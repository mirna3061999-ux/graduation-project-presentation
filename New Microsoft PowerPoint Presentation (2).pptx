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1" r:id="rId1"/>
  </p:sldMasterIdLst>
  <p:notesMasterIdLst>
    <p:notesMasterId r:id="rId19"/>
  </p:notesMasterIdLst>
  <p:sldIdLst>
    <p:sldId id="260" r:id="rId2"/>
    <p:sldId id="257" r:id="rId3"/>
    <p:sldId id="258" r:id="rId4"/>
    <p:sldId id="278" r:id="rId5"/>
    <p:sldId id="259" r:id="rId6"/>
    <p:sldId id="261" r:id="rId7"/>
    <p:sldId id="273" r:id="rId8"/>
    <p:sldId id="274" r:id="rId9"/>
    <p:sldId id="263" r:id="rId10"/>
    <p:sldId id="264" r:id="rId11"/>
    <p:sldId id="265" r:id="rId12"/>
    <p:sldId id="266" r:id="rId13"/>
    <p:sldId id="267" r:id="rId14"/>
    <p:sldId id="271" r:id="rId15"/>
    <p:sldId id="275" r:id="rId16"/>
    <p:sldId id="276"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174" autoAdjust="0"/>
  </p:normalViewPr>
  <p:slideViewPr>
    <p:cSldViewPr snapToGrid="0">
      <p:cViewPr varScale="1">
        <p:scale>
          <a:sx n="56" d="100"/>
          <a:sy n="56" d="100"/>
        </p:scale>
        <p:origin x="10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svg"/><Relationship Id="rId1" Type="http://schemas.openxmlformats.org/officeDocument/2006/relationships/image" Target="../media/image7.png"/><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13.svg"/></Relationships>
</file>

<file path=ppt/diagrams/_rels/data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ata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2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svg"/><Relationship Id="rId1" Type="http://schemas.openxmlformats.org/officeDocument/2006/relationships/image" Target="../media/image7.png"/><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image" Target="../media/image13.svg"/></Relationships>
</file>

<file path=ppt/diagrams/_rels/drawing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rawing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3ADD60-9E0C-409A-B19C-FE1FE45529E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6EC01DB6-1ED8-4BE1-AB7C-752F8E655B4D}">
      <dgm:prSet/>
      <dgm:spPr/>
      <dgm:t>
        <a:bodyPr/>
        <a:lstStyle/>
        <a:p>
          <a:r>
            <a:rPr lang="en-US" dirty="0"/>
            <a:t>Mirna Ayman </a:t>
          </a:r>
          <a:r>
            <a:rPr lang="en-US" dirty="0" err="1"/>
            <a:t>kamal</a:t>
          </a:r>
          <a:r>
            <a:rPr lang="en-US" dirty="0"/>
            <a:t>  </a:t>
          </a:r>
        </a:p>
      </dgm:t>
    </dgm:pt>
    <dgm:pt modelId="{03585501-80A4-4CA2-BE4E-F35EB3DBD69D}" type="parTrans" cxnId="{32C2A724-852C-4E1C-914C-BC1DC660CFF8}">
      <dgm:prSet/>
      <dgm:spPr/>
      <dgm:t>
        <a:bodyPr/>
        <a:lstStyle/>
        <a:p>
          <a:endParaRPr lang="en-US"/>
        </a:p>
      </dgm:t>
    </dgm:pt>
    <dgm:pt modelId="{FD86B76E-377B-4B78-9EF4-6624693E2A05}" type="sibTrans" cxnId="{32C2A724-852C-4E1C-914C-BC1DC660CFF8}">
      <dgm:prSet/>
      <dgm:spPr/>
      <dgm:t>
        <a:bodyPr/>
        <a:lstStyle/>
        <a:p>
          <a:endParaRPr lang="en-US"/>
        </a:p>
      </dgm:t>
    </dgm:pt>
    <dgm:pt modelId="{1E9254B8-2241-4373-8F21-824102078251}">
      <dgm:prSet/>
      <dgm:spPr/>
      <dgm:t>
        <a:bodyPr/>
        <a:lstStyle/>
        <a:p>
          <a:r>
            <a:rPr lang="en-US" dirty="0"/>
            <a:t>Mohamed Ahmed </a:t>
          </a:r>
          <a:r>
            <a:rPr lang="en-US" dirty="0" err="1"/>
            <a:t>salem</a:t>
          </a:r>
          <a:endParaRPr lang="en-US" dirty="0"/>
        </a:p>
      </dgm:t>
    </dgm:pt>
    <dgm:pt modelId="{F6954DFC-30CA-4D3A-B7D6-3FA3647795D6}" type="parTrans" cxnId="{8AE27137-9041-4E76-B21C-9A804535BB03}">
      <dgm:prSet/>
      <dgm:spPr/>
      <dgm:t>
        <a:bodyPr/>
        <a:lstStyle/>
        <a:p>
          <a:endParaRPr lang="en-US"/>
        </a:p>
      </dgm:t>
    </dgm:pt>
    <dgm:pt modelId="{7275C48A-E829-4149-B128-E8290465B34F}" type="sibTrans" cxnId="{8AE27137-9041-4E76-B21C-9A804535BB03}">
      <dgm:prSet/>
      <dgm:spPr/>
      <dgm:t>
        <a:bodyPr/>
        <a:lstStyle/>
        <a:p>
          <a:endParaRPr lang="en-US"/>
        </a:p>
      </dgm:t>
    </dgm:pt>
    <dgm:pt modelId="{0E3C822D-ACFA-4A49-8B84-0C569442A98C}">
      <dgm:prSet/>
      <dgm:spPr/>
      <dgm:t>
        <a:bodyPr/>
        <a:lstStyle/>
        <a:p>
          <a:r>
            <a:rPr lang="en-US" dirty="0"/>
            <a:t>Heba</a:t>
          </a:r>
        </a:p>
        <a:p>
          <a:r>
            <a:rPr lang="en-US" dirty="0"/>
            <a:t>Elsayed </a:t>
          </a:r>
          <a:r>
            <a:rPr lang="en-US" dirty="0" err="1"/>
            <a:t>khalil</a:t>
          </a:r>
          <a:r>
            <a:rPr lang="en-US" dirty="0"/>
            <a:t> </a:t>
          </a:r>
        </a:p>
      </dgm:t>
    </dgm:pt>
    <dgm:pt modelId="{B325EEEB-4121-4E03-87C4-B89504E96DC5}" type="parTrans" cxnId="{EAF1AC77-1EAD-47BF-9135-ADDF3E1EA144}">
      <dgm:prSet/>
      <dgm:spPr/>
      <dgm:t>
        <a:bodyPr/>
        <a:lstStyle/>
        <a:p>
          <a:endParaRPr lang="en-US"/>
        </a:p>
      </dgm:t>
    </dgm:pt>
    <dgm:pt modelId="{53348578-63BC-4D2D-8D42-3633E03245AE}" type="sibTrans" cxnId="{EAF1AC77-1EAD-47BF-9135-ADDF3E1EA144}">
      <dgm:prSet/>
      <dgm:spPr/>
      <dgm:t>
        <a:bodyPr/>
        <a:lstStyle/>
        <a:p>
          <a:endParaRPr lang="en-US"/>
        </a:p>
      </dgm:t>
    </dgm:pt>
    <dgm:pt modelId="{D084BBF8-D04C-4273-AE12-019AF14493C5}">
      <dgm:prSet/>
      <dgm:spPr/>
      <dgm:t>
        <a:bodyPr/>
        <a:lstStyle/>
        <a:p>
          <a:r>
            <a:rPr lang="en-US" dirty="0"/>
            <a:t>Mariam </a:t>
          </a:r>
          <a:r>
            <a:rPr lang="en-US" dirty="0" err="1"/>
            <a:t>morris</a:t>
          </a:r>
          <a:r>
            <a:rPr lang="en-US" dirty="0"/>
            <a:t> </a:t>
          </a:r>
          <a:r>
            <a:rPr lang="en-US" dirty="0" err="1"/>
            <a:t>fekry</a:t>
          </a:r>
          <a:endParaRPr lang="en-US" dirty="0"/>
        </a:p>
      </dgm:t>
    </dgm:pt>
    <dgm:pt modelId="{86EF6C7D-9E8B-4BF8-BCBC-6309CFBA7423}" type="parTrans" cxnId="{64927B04-0339-45EC-AA48-471112CCFFF4}">
      <dgm:prSet/>
      <dgm:spPr/>
      <dgm:t>
        <a:bodyPr/>
        <a:lstStyle/>
        <a:p>
          <a:endParaRPr lang="en-US"/>
        </a:p>
      </dgm:t>
    </dgm:pt>
    <dgm:pt modelId="{A4B706C3-0A5D-47BE-9F34-64DCF598D0F1}" type="sibTrans" cxnId="{64927B04-0339-45EC-AA48-471112CCFFF4}">
      <dgm:prSet/>
      <dgm:spPr/>
      <dgm:t>
        <a:bodyPr/>
        <a:lstStyle/>
        <a:p>
          <a:endParaRPr lang="en-US"/>
        </a:p>
      </dgm:t>
    </dgm:pt>
    <dgm:pt modelId="{9F75FE11-3D4E-410A-8D0E-BEEFADE719E3}" type="pres">
      <dgm:prSet presAssocID="{1B3ADD60-9E0C-409A-B19C-FE1FE45529EC}" presName="hierChild1" presStyleCnt="0">
        <dgm:presLayoutVars>
          <dgm:chPref val="1"/>
          <dgm:dir/>
          <dgm:animOne val="branch"/>
          <dgm:animLvl val="lvl"/>
          <dgm:resizeHandles/>
        </dgm:presLayoutVars>
      </dgm:prSet>
      <dgm:spPr/>
    </dgm:pt>
    <dgm:pt modelId="{432F9A79-FB5E-4767-B7EF-78D08F1B118D}" type="pres">
      <dgm:prSet presAssocID="{6EC01DB6-1ED8-4BE1-AB7C-752F8E655B4D}" presName="hierRoot1" presStyleCnt="0"/>
      <dgm:spPr/>
    </dgm:pt>
    <dgm:pt modelId="{EC64029A-FD72-4744-8593-AA960D023BB0}" type="pres">
      <dgm:prSet presAssocID="{6EC01DB6-1ED8-4BE1-AB7C-752F8E655B4D}" presName="composite" presStyleCnt="0"/>
      <dgm:spPr/>
    </dgm:pt>
    <dgm:pt modelId="{FB59894C-E191-4E79-B8F6-49DF547F9B59}" type="pres">
      <dgm:prSet presAssocID="{6EC01DB6-1ED8-4BE1-AB7C-752F8E655B4D}" presName="background" presStyleLbl="node0" presStyleIdx="0" presStyleCnt="4"/>
      <dgm:spPr/>
    </dgm:pt>
    <dgm:pt modelId="{63C30EA1-171A-46C1-9BF7-7C51B57FDC9C}" type="pres">
      <dgm:prSet presAssocID="{6EC01DB6-1ED8-4BE1-AB7C-752F8E655B4D}" presName="text" presStyleLbl="fgAcc0" presStyleIdx="0" presStyleCnt="4">
        <dgm:presLayoutVars>
          <dgm:chPref val="3"/>
        </dgm:presLayoutVars>
      </dgm:prSet>
      <dgm:spPr/>
    </dgm:pt>
    <dgm:pt modelId="{3F9473F7-EF80-4D7F-A9F7-36F92541996B}" type="pres">
      <dgm:prSet presAssocID="{6EC01DB6-1ED8-4BE1-AB7C-752F8E655B4D}" presName="hierChild2" presStyleCnt="0"/>
      <dgm:spPr/>
    </dgm:pt>
    <dgm:pt modelId="{C97A1BB5-F44F-4977-9C03-0AF3C253872F}" type="pres">
      <dgm:prSet presAssocID="{1E9254B8-2241-4373-8F21-824102078251}" presName="hierRoot1" presStyleCnt="0"/>
      <dgm:spPr/>
    </dgm:pt>
    <dgm:pt modelId="{D1D6C922-89F4-4910-8028-8A4E71997539}" type="pres">
      <dgm:prSet presAssocID="{1E9254B8-2241-4373-8F21-824102078251}" presName="composite" presStyleCnt="0"/>
      <dgm:spPr/>
    </dgm:pt>
    <dgm:pt modelId="{86A11CAF-D43A-435A-A44A-5A9ADC11FDD8}" type="pres">
      <dgm:prSet presAssocID="{1E9254B8-2241-4373-8F21-824102078251}" presName="background" presStyleLbl="node0" presStyleIdx="1" presStyleCnt="4"/>
      <dgm:spPr/>
    </dgm:pt>
    <dgm:pt modelId="{8AE6DF30-7899-415F-9F9A-4C6DE3E84D26}" type="pres">
      <dgm:prSet presAssocID="{1E9254B8-2241-4373-8F21-824102078251}" presName="text" presStyleLbl="fgAcc0" presStyleIdx="1" presStyleCnt="4">
        <dgm:presLayoutVars>
          <dgm:chPref val="3"/>
        </dgm:presLayoutVars>
      </dgm:prSet>
      <dgm:spPr/>
    </dgm:pt>
    <dgm:pt modelId="{49E570DF-5C1C-47C2-B166-314561A82180}" type="pres">
      <dgm:prSet presAssocID="{1E9254B8-2241-4373-8F21-824102078251}" presName="hierChild2" presStyleCnt="0"/>
      <dgm:spPr/>
    </dgm:pt>
    <dgm:pt modelId="{EADF364B-1840-4998-B0EA-90EF3AEA4D79}" type="pres">
      <dgm:prSet presAssocID="{0E3C822D-ACFA-4A49-8B84-0C569442A98C}" presName="hierRoot1" presStyleCnt="0"/>
      <dgm:spPr/>
    </dgm:pt>
    <dgm:pt modelId="{0030ED5B-C308-4948-A8EC-718221EEE5C0}" type="pres">
      <dgm:prSet presAssocID="{0E3C822D-ACFA-4A49-8B84-0C569442A98C}" presName="composite" presStyleCnt="0"/>
      <dgm:spPr/>
    </dgm:pt>
    <dgm:pt modelId="{45A61010-5F46-49D5-A2F1-893BCCBD0784}" type="pres">
      <dgm:prSet presAssocID="{0E3C822D-ACFA-4A49-8B84-0C569442A98C}" presName="background" presStyleLbl="node0" presStyleIdx="2" presStyleCnt="4"/>
      <dgm:spPr/>
    </dgm:pt>
    <dgm:pt modelId="{120C21A3-FEEF-4F47-AB16-20D4AAEC61F3}" type="pres">
      <dgm:prSet presAssocID="{0E3C822D-ACFA-4A49-8B84-0C569442A98C}" presName="text" presStyleLbl="fgAcc0" presStyleIdx="2" presStyleCnt="4">
        <dgm:presLayoutVars>
          <dgm:chPref val="3"/>
        </dgm:presLayoutVars>
      </dgm:prSet>
      <dgm:spPr/>
    </dgm:pt>
    <dgm:pt modelId="{4D5933C9-35BA-418B-B98A-CD13B58454CB}" type="pres">
      <dgm:prSet presAssocID="{0E3C822D-ACFA-4A49-8B84-0C569442A98C}" presName="hierChild2" presStyleCnt="0"/>
      <dgm:spPr/>
    </dgm:pt>
    <dgm:pt modelId="{84AB87E4-B251-405E-BC0E-E9A8E7C10E1D}" type="pres">
      <dgm:prSet presAssocID="{D084BBF8-D04C-4273-AE12-019AF14493C5}" presName="hierRoot1" presStyleCnt="0"/>
      <dgm:spPr/>
    </dgm:pt>
    <dgm:pt modelId="{2B4D471D-6A34-4238-A967-4B7C1E12CC6D}" type="pres">
      <dgm:prSet presAssocID="{D084BBF8-D04C-4273-AE12-019AF14493C5}" presName="composite" presStyleCnt="0"/>
      <dgm:spPr/>
    </dgm:pt>
    <dgm:pt modelId="{DBBE89C8-13EA-4599-BE13-29CE281895D1}" type="pres">
      <dgm:prSet presAssocID="{D084BBF8-D04C-4273-AE12-019AF14493C5}" presName="background" presStyleLbl="node0" presStyleIdx="3" presStyleCnt="4"/>
      <dgm:spPr/>
    </dgm:pt>
    <dgm:pt modelId="{5F82850B-E1E1-4B28-843B-92CA007EDD7D}" type="pres">
      <dgm:prSet presAssocID="{D084BBF8-D04C-4273-AE12-019AF14493C5}" presName="text" presStyleLbl="fgAcc0" presStyleIdx="3" presStyleCnt="4">
        <dgm:presLayoutVars>
          <dgm:chPref val="3"/>
        </dgm:presLayoutVars>
      </dgm:prSet>
      <dgm:spPr/>
    </dgm:pt>
    <dgm:pt modelId="{399AEAF3-7CDF-459F-B4DF-09B7F1955299}" type="pres">
      <dgm:prSet presAssocID="{D084BBF8-D04C-4273-AE12-019AF14493C5}" presName="hierChild2" presStyleCnt="0"/>
      <dgm:spPr/>
    </dgm:pt>
  </dgm:ptLst>
  <dgm:cxnLst>
    <dgm:cxn modelId="{64927B04-0339-45EC-AA48-471112CCFFF4}" srcId="{1B3ADD60-9E0C-409A-B19C-FE1FE45529EC}" destId="{D084BBF8-D04C-4273-AE12-019AF14493C5}" srcOrd="3" destOrd="0" parTransId="{86EF6C7D-9E8B-4BF8-BCBC-6309CFBA7423}" sibTransId="{A4B706C3-0A5D-47BE-9F34-64DCF598D0F1}"/>
    <dgm:cxn modelId="{32C2A724-852C-4E1C-914C-BC1DC660CFF8}" srcId="{1B3ADD60-9E0C-409A-B19C-FE1FE45529EC}" destId="{6EC01DB6-1ED8-4BE1-AB7C-752F8E655B4D}" srcOrd="0" destOrd="0" parTransId="{03585501-80A4-4CA2-BE4E-F35EB3DBD69D}" sibTransId="{FD86B76E-377B-4B78-9EF4-6624693E2A05}"/>
    <dgm:cxn modelId="{8AE27137-9041-4E76-B21C-9A804535BB03}" srcId="{1B3ADD60-9E0C-409A-B19C-FE1FE45529EC}" destId="{1E9254B8-2241-4373-8F21-824102078251}" srcOrd="1" destOrd="0" parTransId="{F6954DFC-30CA-4D3A-B7D6-3FA3647795D6}" sibTransId="{7275C48A-E829-4149-B128-E8290465B34F}"/>
    <dgm:cxn modelId="{95296E3D-1D12-4824-8A8C-F931D148A188}" type="presOf" srcId="{D084BBF8-D04C-4273-AE12-019AF14493C5}" destId="{5F82850B-E1E1-4B28-843B-92CA007EDD7D}" srcOrd="0" destOrd="0" presId="urn:microsoft.com/office/officeart/2005/8/layout/hierarchy1"/>
    <dgm:cxn modelId="{04AA6760-8782-4ECC-8107-1BE0892ECFD6}" type="presOf" srcId="{1B3ADD60-9E0C-409A-B19C-FE1FE45529EC}" destId="{9F75FE11-3D4E-410A-8D0E-BEEFADE719E3}" srcOrd="0" destOrd="0" presId="urn:microsoft.com/office/officeart/2005/8/layout/hierarchy1"/>
    <dgm:cxn modelId="{D7E5FE48-18FE-4EF8-96E2-3DF1EAF831BB}" type="presOf" srcId="{6EC01DB6-1ED8-4BE1-AB7C-752F8E655B4D}" destId="{63C30EA1-171A-46C1-9BF7-7C51B57FDC9C}" srcOrd="0" destOrd="0" presId="urn:microsoft.com/office/officeart/2005/8/layout/hierarchy1"/>
    <dgm:cxn modelId="{F4639E6D-01AE-4C10-9151-757B068FC7CA}" type="presOf" srcId="{1E9254B8-2241-4373-8F21-824102078251}" destId="{8AE6DF30-7899-415F-9F9A-4C6DE3E84D26}" srcOrd="0" destOrd="0" presId="urn:microsoft.com/office/officeart/2005/8/layout/hierarchy1"/>
    <dgm:cxn modelId="{EAF1AC77-1EAD-47BF-9135-ADDF3E1EA144}" srcId="{1B3ADD60-9E0C-409A-B19C-FE1FE45529EC}" destId="{0E3C822D-ACFA-4A49-8B84-0C569442A98C}" srcOrd="2" destOrd="0" parTransId="{B325EEEB-4121-4E03-87C4-B89504E96DC5}" sibTransId="{53348578-63BC-4D2D-8D42-3633E03245AE}"/>
    <dgm:cxn modelId="{3F0228FE-BB94-4400-8A70-9A64B0529014}" type="presOf" srcId="{0E3C822D-ACFA-4A49-8B84-0C569442A98C}" destId="{120C21A3-FEEF-4F47-AB16-20D4AAEC61F3}" srcOrd="0" destOrd="0" presId="urn:microsoft.com/office/officeart/2005/8/layout/hierarchy1"/>
    <dgm:cxn modelId="{030C258F-B01A-4015-ABA7-E607BD0A13B4}" type="presParOf" srcId="{9F75FE11-3D4E-410A-8D0E-BEEFADE719E3}" destId="{432F9A79-FB5E-4767-B7EF-78D08F1B118D}" srcOrd="0" destOrd="0" presId="urn:microsoft.com/office/officeart/2005/8/layout/hierarchy1"/>
    <dgm:cxn modelId="{161AFABC-92E7-4451-A34A-0C92C8AF0195}" type="presParOf" srcId="{432F9A79-FB5E-4767-B7EF-78D08F1B118D}" destId="{EC64029A-FD72-4744-8593-AA960D023BB0}" srcOrd="0" destOrd="0" presId="urn:microsoft.com/office/officeart/2005/8/layout/hierarchy1"/>
    <dgm:cxn modelId="{1A1D5852-9417-450D-B5E5-FBAC33DBDEC0}" type="presParOf" srcId="{EC64029A-FD72-4744-8593-AA960D023BB0}" destId="{FB59894C-E191-4E79-B8F6-49DF547F9B59}" srcOrd="0" destOrd="0" presId="urn:microsoft.com/office/officeart/2005/8/layout/hierarchy1"/>
    <dgm:cxn modelId="{5A2B1EB9-AFB2-4603-8B5D-C46A2E6F828B}" type="presParOf" srcId="{EC64029A-FD72-4744-8593-AA960D023BB0}" destId="{63C30EA1-171A-46C1-9BF7-7C51B57FDC9C}" srcOrd="1" destOrd="0" presId="urn:microsoft.com/office/officeart/2005/8/layout/hierarchy1"/>
    <dgm:cxn modelId="{81DDDE2A-043F-4D47-BD69-BDA8B427131B}" type="presParOf" srcId="{432F9A79-FB5E-4767-B7EF-78D08F1B118D}" destId="{3F9473F7-EF80-4D7F-A9F7-36F92541996B}" srcOrd="1" destOrd="0" presId="urn:microsoft.com/office/officeart/2005/8/layout/hierarchy1"/>
    <dgm:cxn modelId="{42686564-19A5-4DD3-8D96-108737A031AC}" type="presParOf" srcId="{9F75FE11-3D4E-410A-8D0E-BEEFADE719E3}" destId="{C97A1BB5-F44F-4977-9C03-0AF3C253872F}" srcOrd="1" destOrd="0" presId="urn:microsoft.com/office/officeart/2005/8/layout/hierarchy1"/>
    <dgm:cxn modelId="{1A866B1A-F269-412D-B576-0DC392807E7B}" type="presParOf" srcId="{C97A1BB5-F44F-4977-9C03-0AF3C253872F}" destId="{D1D6C922-89F4-4910-8028-8A4E71997539}" srcOrd="0" destOrd="0" presId="urn:microsoft.com/office/officeart/2005/8/layout/hierarchy1"/>
    <dgm:cxn modelId="{2B1CF712-D46B-4520-8988-0AFD0076071A}" type="presParOf" srcId="{D1D6C922-89F4-4910-8028-8A4E71997539}" destId="{86A11CAF-D43A-435A-A44A-5A9ADC11FDD8}" srcOrd="0" destOrd="0" presId="urn:microsoft.com/office/officeart/2005/8/layout/hierarchy1"/>
    <dgm:cxn modelId="{00D2CA0F-1F9E-4B96-8595-A908A0EA1B46}" type="presParOf" srcId="{D1D6C922-89F4-4910-8028-8A4E71997539}" destId="{8AE6DF30-7899-415F-9F9A-4C6DE3E84D26}" srcOrd="1" destOrd="0" presId="urn:microsoft.com/office/officeart/2005/8/layout/hierarchy1"/>
    <dgm:cxn modelId="{EB94D664-5ADD-41DA-AE61-49A69D3CF76D}" type="presParOf" srcId="{C97A1BB5-F44F-4977-9C03-0AF3C253872F}" destId="{49E570DF-5C1C-47C2-B166-314561A82180}" srcOrd="1" destOrd="0" presId="urn:microsoft.com/office/officeart/2005/8/layout/hierarchy1"/>
    <dgm:cxn modelId="{3D8D8A77-6B0E-4CAC-9803-8551F887CA43}" type="presParOf" srcId="{9F75FE11-3D4E-410A-8D0E-BEEFADE719E3}" destId="{EADF364B-1840-4998-B0EA-90EF3AEA4D79}" srcOrd="2" destOrd="0" presId="urn:microsoft.com/office/officeart/2005/8/layout/hierarchy1"/>
    <dgm:cxn modelId="{608336BE-10F4-47FF-9CE6-A8D210186EC0}" type="presParOf" srcId="{EADF364B-1840-4998-B0EA-90EF3AEA4D79}" destId="{0030ED5B-C308-4948-A8EC-718221EEE5C0}" srcOrd="0" destOrd="0" presId="urn:microsoft.com/office/officeart/2005/8/layout/hierarchy1"/>
    <dgm:cxn modelId="{087DF6F9-F67F-4A9E-8F58-C5D7B08250ED}" type="presParOf" srcId="{0030ED5B-C308-4948-A8EC-718221EEE5C0}" destId="{45A61010-5F46-49D5-A2F1-893BCCBD0784}" srcOrd="0" destOrd="0" presId="urn:microsoft.com/office/officeart/2005/8/layout/hierarchy1"/>
    <dgm:cxn modelId="{10D12E23-5429-4FAF-9A94-26BE70337CBE}" type="presParOf" srcId="{0030ED5B-C308-4948-A8EC-718221EEE5C0}" destId="{120C21A3-FEEF-4F47-AB16-20D4AAEC61F3}" srcOrd="1" destOrd="0" presId="urn:microsoft.com/office/officeart/2005/8/layout/hierarchy1"/>
    <dgm:cxn modelId="{37C50245-29BC-42A3-B175-93FB51182C5A}" type="presParOf" srcId="{EADF364B-1840-4998-B0EA-90EF3AEA4D79}" destId="{4D5933C9-35BA-418B-B98A-CD13B58454CB}" srcOrd="1" destOrd="0" presId="urn:microsoft.com/office/officeart/2005/8/layout/hierarchy1"/>
    <dgm:cxn modelId="{ACBC4DA5-BBAF-40D9-B29C-FBF6010AC191}" type="presParOf" srcId="{9F75FE11-3D4E-410A-8D0E-BEEFADE719E3}" destId="{84AB87E4-B251-405E-BC0E-E9A8E7C10E1D}" srcOrd="3" destOrd="0" presId="urn:microsoft.com/office/officeart/2005/8/layout/hierarchy1"/>
    <dgm:cxn modelId="{659895F0-359F-4ED2-8461-4A295C6FFC89}" type="presParOf" srcId="{84AB87E4-B251-405E-BC0E-E9A8E7C10E1D}" destId="{2B4D471D-6A34-4238-A967-4B7C1E12CC6D}" srcOrd="0" destOrd="0" presId="urn:microsoft.com/office/officeart/2005/8/layout/hierarchy1"/>
    <dgm:cxn modelId="{C108FF51-5FBA-43A6-BBD9-8E101CE3A8A3}" type="presParOf" srcId="{2B4D471D-6A34-4238-A967-4B7C1E12CC6D}" destId="{DBBE89C8-13EA-4599-BE13-29CE281895D1}" srcOrd="0" destOrd="0" presId="urn:microsoft.com/office/officeart/2005/8/layout/hierarchy1"/>
    <dgm:cxn modelId="{1FE5FCF8-7E0F-40EF-9554-AB6E79746077}" type="presParOf" srcId="{2B4D471D-6A34-4238-A967-4B7C1E12CC6D}" destId="{5F82850B-E1E1-4B28-843B-92CA007EDD7D}" srcOrd="1" destOrd="0" presId="urn:microsoft.com/office/officeart/2005/8/layout/hierarchy1"/>
    <dgm:cxn modelId="{89718921-8D5B-41D4-A593-D2B92D0D184D}" type="presParOf" srcId="{84AB87E4-B251-405E-BC0E-E9A8E7C10E1D}" destId="{399AEAF3-7CDF-459F-B4DF-09B7F195529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301B50-E200-4F32-843B-FC807E105DBC}"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8D32AFE9-B87F-459B-81DF-ACC6920D37F5}">
      <dgm:prSet custT="1"/>
      <dgm:spPr/>
      <dgm:t>
        <a:bodyPr/>
        <a:lstStyle/>
        <a:p>
          <a:pPr>
            <a:lnSpc>
              <a:spcPct val="100000"/>
            </a:lnSpc>
            <a:defRPr cap="all"/>
          </a:pPr>
          <a:r>
            <a:rPr lang="en-US" sz="1400" b="1" dirty="0"/>
            <a:t>Data Preparation and Cleaning:</a:t>
          </a:r>
          <a:br>
            <a:rPr lang="en-US" sz="1400" dirty="0"/>
          </a:br>
          <a:r>
            <a:rPr lang="en-US" sz="1400" dirty="0"/>
            <a:t>To organize, validate, and clean the raw data by removing duplicates, handling missing values, and correcting inconsistencies to ensure analytical accuracy.</a:t>
          </a:r>
        </a:p>
      </dgm:t>
    </dgm:pt>
    <dgm:pt modelId="{F25AE63A-F028-4E06-9145-A9AB26F4B99C}" type="parTrans" cxnId="{A246C436-A184-45EE-8685-4180AEF3DD43}">
      <dgm:prSet/>
      <dgm:spPr/>
      <dgm:t>
        <a:bodyPr/>
        <a:lstStyle/>
        <a:p>
          <a:endParaRPr lang="en-US"/>
        </a:p>
      </dgm:t>
    </dgm:pt>
    <dgm:pt modelId="{20A1B36B-E03D-49C2-92EC-1CD74A2DC741}" type="sibTrans" cxnId="{A246C436-A184-45EE-8685-4180AEF3DD43}">
      <dgm:prSet/>
      <dgm:spPr/>
      <dgm:t>
        <a:bodyPr/>
        <a:lstStyle/>
        <a:p>
          <a:endParaRPr lang="en-US"/>
        </a:p>
      </dgm:t>
    </dgm:pt>
    <dgm:pt modelId="{4DB37A07-546D-42D3-B047-6E84703C5EF2}">
      <dgm:prSet/>
      <dgm:spPr/>
      <dgm:t>
        <a:bodyPr/>
        <a:lstStyle/>
        <a:p>
          <a:pPr>
            <a:lnSpc>
              <a:spcPct val="100000"/>
            </a:lnSpc>
            <a:defRPr cap="all"/>
          </a:pPr>
          <a:r>
            <a:rPr lang="en-US" b="1" dirty="0"/>
            <a:t>Descriptive Analysis:</a:t>
          </a:r>
          <a:br>
            <a:rPr lang="en-US" dirty="0"/>
          </a:br>
          <a:r>
            <a:rPr lang="en-US" dirty="0"/>
            <a:t>To summarize the key characteristics of train trips — including frequencies, average travel durations, and fare distributions — to identify general patterns in railway operations.</a:t>
          </a:r>
        </a:p>
      </dgm:t>
    </dgm:pt>
    <dgm:pt modelId="{5EEF95E2-96A0-44DF-A570-213B3EFAD9FA}" type="parTrans" cxnId="{D2FB07C1-D43A-48ED-BDC3-3ACA648B9BEC}">
      <dgm:prSet/>
      <dgm:spPr/>
      <dgm:t>
        <a:bodyPr/>
        <a:lstStyle/>
        <a:p>
          <a:endParaRPr lang="en-US"/>
        </a:p>
      </dgm:t>
    </dgm:pt>
    <dgm:pt modelId="{EC976A99-9129-4932-819C-78837212365D}" type="sibTrans" cxnId="{D2FB07C1-D43A-48ED-BDC3-3ACA648B9BEC}">
      <dgm:prSet/>
      <dgm:spPr/>
      <dgm:t>
        <a:bodyPr/>
        <a:lstStyle/>
        <a:p>
          <a:endParaRPr lang="en-US"/>
        </a:p>
      </dgm:t>
    </dgm:pt>
    <dgm:pt modelId="{2FDC0892-A045-4200-B9AE-F4B07114B66D}">
      <dgm:prSet/>
      <dgm:spPr/>
      <dgm:t>
        <a:bodyPr/>
        <a:lstStyle/>
        <a:p>
          <a:pPr>
            <a:lnSpc>
              <a:spcPct val="100000"/>
            </a:lnSpc>
            <a:defRPr cap="all"/>
          </a:pPr>
          <a:r>
            <a:rPr lang="en-US" b="1" dirty="0"/>
            <a:t>Passenger Behavior Analysis:</a:t>
          </a:r>
          <a:br>
            <a:rPr lang="en-US" dirty="0"/>
          </a:br>
          <a:r>
            <a:rPr lang="en-US" dirty="0"/>
            <a:t>To study trends in passenger volume across different stations, routes, and times to understand travel demand and its influencing factors.</a:t>
          </a:r>
        </a:p>
      </dgm:t>
    </dgm:pt>
    <dgm:pt modelId="{B90268A6-9D23-48FF-B6F4-55E4864CA302}" type="parTrans" cxnId="{82092D00-1276-498A-87F5-19D15189501A}">
      <dgm:prSet/>
      <dgm:spPr/>
      <dgm:t>
        <a:bodyPr/>
        <a:lstStyle/>
        <a:p>
          <a:endParaRPr lang="en-US"/>
        </a:p>
      </dgm:t>
    </dgm:pt>
    <dgm:pt modelId="{50641C31-1F6F-40A5-B8AD-7DFE9996F414}" type="sibTrans" cxnId="{82092D00-1276-498A-87F5-19D15189501A}">
      <dgm:prSet/>
      <dgm:spPr/>
      <dgm:t>
        <a:bodyPr/>
        <a:lstStyle/>
        <a:p>
          <a:endParaRPr lang="en-US"/>
        </a:p>
      </dgm:t>
    </dgm:pt>
    <dgm:pt modelId="{B7351D04-FADD-4682-9F8B-E6C239FBED4A}" type="pres">
      <dgm:prSet presAssocID="{EE301B50-E200-4F32-843B-FC807E105DBC}" presName="root" presStyleCnt="0">
        <dgm:presLayoutVars>
          <dgm:dir/>
          <dgm:resizeHandles val="exact"/>
        </dgm:presLayoutVars>
      </dgm:prSet>
      <dgm:spPr/>
    </dgm:pt>
    <dgm:pt modelId="{5CE9E384-1AFF-4BD2-AD34-08095C7D5671}" type="pres">
      <dgm:prSet presAssocID="{8D32AFE9-B87F-459B-81DF-ACC6920D37F5}" presName="compNode" presStyleCnt="0"/>
      <dgm:spPr/>
    </dgm:pt>
    <dgm:pt modelId="{254CECEB-31D1-4148-A3BA-7C8D9D2C6BE8}" type="pres">
      <dgm:prSet presAssocID="{8D32AFE9-B87F-459B-81DF-ACC6920D37F5}" presName="iconBgRect" presStyleLbl="bgShp" presStyleIdx="0" presStyleCnt="3"/>
      <dgm:spPr/>
    </dgm:pt>
    <dgm:pt modelId="{80555400-09DD-40BF-B4DE-E0A2CB4A297F}" type="pres">
      <dgm:prSet presAssocID="{8D32AFE9-B87F-459B-81DF-ACC6920D37F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E631C11B-6036-4840-9A07-500B350233BD}" type="pres">
      <dgm:prSet presAssocID="{8D32AFE9-B87F-459B-81DF-ACC6920D37F5}" presName="spaceRect" presStyleCnt="0"/>
      <dgm:spPr/>
    </dgm:pt>
    <dgm:pt modelId="{0D452908-FDC2-4679-89FA-2A80A7C2521D}" type="pres">
      <dgm:prSet presAssocID="{8D32AFE9-B87F-459B-81DF-ACC6920D37F5}" presName="textRect" presStyleLbl="revTx" presStyleIdx="0" presStyleCnt="3">
        <dgm:presLayoutVars>
          <dgm:chMax val="1"/>
          <dgm:chPref val="1"/>
        </dgm:presLayoutVars>
      </dgm:prSet>
      <dgm:spPr/>
    </dgm:pt>
    <dgm:pt modelId="{ABD17D5C-B077-412C-A6C8-188414792332}" type="pres">
      <dgm:prSet presAssocID="{20A1B36B-E03D-49C2-92EC-1CD74A2DC741}" presName="sibTrans" presStyleCnt="0"/>
      <dgm:spPr/>
    </dgm:pt>
    <dgm:pt modelId="{02098E28-A70E-425E-9055-B2E29D216A10}" type="pres">
      <dgm:prSet presAssocID="{4DB37A07-546D-42D3-B047-6E84703C5EF2}" presName="compNode" presStyleCnt="0"/>
      <dgm:spPr/>
    </dgm:pt>
    <dgm:pt modelId="{11A3217C-63FC-4696-8BF9-2B4923923311}" type="pres">
      <dgm:prSet presAssocID="{4DB37A07-546D-42D3-B047-6E84703C5EF2}" presName="iconBgRect" presStyleLbl="bgShp" presStyleIdx="1" presStyleCnt="3"/>
      <dgm:spPr/>
    </dgm:pt>
    <dgm:pt modelId="{2CDE06EC-9FE4-45EC-A1B8-1817A76F5F4A}" type="pres">
      <dgm:prSet presAssocID="{4DB37A07-546D-42D3-B047-6E84703C5EF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rain"/>
        </a:ext>
      </dgm:extLst>
    </dgm:pt>
    <dgm:pt modelId="{66ED7BAB-96EB-4C3D-8AFC-9CB0A34EC218}" type="pres">
      <dgm:prSet presAssocID="{4DB37A07-546D-42D3-B047-6E84703C5EF2}" presName="spaceRect" presStyleCnt="0"/>
      <dgm:spPr/>
    </dgm:pt>
    <dgm:pt modelId="{1780AB05-0713-491A-B20F-F3D448155648}" type="pres">
      <dgm:prSet presAssocID="{4DB37A07-546D-42D3-B047-6E84703C5EF2}" presName="textRect" presStyleLbl="revTx" presStyleIdx="1" presStyleCnt="3">
        <dgm:presLayoutVars>
          <dgm:chMax val="1"/>
          <dgm:chPref val="1"/>
        </dgm:presLayoutVars>
      </dgm:prSet>
      <dgm:spPr/>
    </dgm:pt>
    <dgm:pt modelId="{244FA95C-88E8-4A95-AEAE-FF67B9613885}" type="pres">
      <dgm:prSet presAssocID="{EC976A99-9129-4932-819C-78837212365D}" presName="sibTrans" presStyleCnt="0"/>
      <dgm:spPr/>
    </dgm:pt>
    <dgm:pt modelId="{643AE9EB-4A73-4F89-A4D1-AD887ADB2D12}" type="pres">
      <dgm:prSet presAssocID="{2FDC0892-A045-4200-B9AE-F4B07114B66D}" presName="compNode" presStyleCnt="0"/>
      <dgm:spPr/>
    </dgm:pt>
    <dgm:pt modelId="{7AB233B6-CDFE-4D1D-87CA-412E89D8BE26}" type="pres">
      <dgm:prSet presAssocID="{2FDC0892-A045-4200-B9AE-F4B07114B66D}" presName="iconBgRect" presStyleLbl="bgShp" presStyleIdx="2" presStyleCnt="3"/>
      <dgm:spPr/>
    </dgm:pt>
    <dgm:pt modelId="{F003C76D-5398-4E0F-9683-F35900399AFD}" type="pres">
      <dgm:prSet presAssocID="{2FDC0892-A045-4200-B9AE-F4B07114B66D}" presName="iconRect" presStyleLbl="node1" presStyleIdx="2" presStyleCnt="3"/>
      <dgm:spPr>
        <a:blipFill>
          <a:blip xmlns:r="http://schemas.openxmlformats.org/officeDocument/2006/relationships"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0"/>
                    </a14:imgEffect>
                  </a14:imgLayer>
                </a14:imgProps>
              </a:ext>
            </a:extLst>
          </a:blip>
          <a:srcRect/>
          <a:stretch>
            <a:fillRect l="-25000" r="-25000"/>
          </a:stretch>
        </a:blipFill>
      </dgm:spPr>
      <dgm:extLst>
        <a:ext uri="{E40237B7-FDA0-4F09-8148-C483321AD2D9}">
          <dgm14:cNvPr xmlns:dgm14="http://schemas.microsoft.com/office/drawing/2010/diagram" id="0" name="" descr="People walking in motion through modern tunnel"/>
        </a:ext>
      </dgm:extLst>
    </dgm:pt>
    <dgm:pt modelId="{E86053B0-F9C7-489E-AFC9-F7A43D6F2C6F}" type="pres">
      <dgm:prSet presAssocID="{2FDC0892-A045-4200-B9AE-F4B07114B66D}" presName="spaceRect" presStyleCnt="0"/>
      <dgm:spPr/>
    </dgm:pt>
    <dgm:pt modelId="{1CB7A834-9C8A-43C9-BC4B-FA9DC468EB81}" type="pres">
      <dgm:prSet presAssocID="{2FDC0892-A045-4200-B9AE-F4B07114B66D}" presName="textRect" presStyleLbl="revTx" presStyleIdx="2" presStyleCnt="3">
        <dgm:presLayoutVars>
          <dgm:chMax val="1"/>
          <dgm:chPref val="1"/>
        </dgm:presLayoutVars>
      </dgm:prSet>
      <dgm:spPr/>
    </dgm:pt>
  </dgm:ptLst>
  <dgm:cxnLst>
    <dgm:cxn modelId="{82092D00-1276-498A-87F5-19D15189501A}" srcId="{EE301B50-E200-4F32-843B-FC807E105DBC}" destId="{2FDC0892-A045-4200-B9AE-F4B07114B66D}" srcOrd="2" destOrd="0" parTransId="{B90268A6-9D23-48FF-B6F4-55E4864CA302}" sibTransId="{50641C31-1F6F-40A5-B8AD-7DFE9996F414}"/>
    <dgm:cxn modelId="{8614362E-4D6B-40EC-950E-C85B73951F33}" type="presOf" srcId="{8D32AFE9-B87F-459B-81DF-ACC6920D37F5}" destId="{0D452908-FDC2-4679-89FA-2A80A7C2521D}" srcOrd="0" destOrd="0" presId="urn:microsoft.com/office/officeart/2018/5/layout/IconCircleLabelList"/>
    <dgm:cxn modelId="{A246C436-A184-45EE-8685-4180AEF3DD43}" srcId="{EE301B50-E200-4F32-843B-FC807E105DBC}" destId="{8D32AFE9-B87F-459B-81DF-ACC6920D37F5}" srcOrd="0" destOrd="0" parTransId="{F25AE63A-F028-4E06-9145-A9AB26F4B99C}" sibTransId="{20A1B36B-E03D-49C2-92EC-1CD74A2DC741}"/>
    <dgm:cxn modelId="{C79E109A-A9FA-422C-9170-316FF2C621CE}" type="presOf" srcId="{2FDC0892-A045-4200-B9AE-F4B07114B66D}" destId="{1CB7A834-9C8A-43C9-BC4B-FA9DC468EB81}" srcOrd="0" destOrd="0" presId="urn:microsoft.com/office/officeart/2018/5/layout/IconCircleLabelList"/>
    <dgm:cxn modelId="{94F487B1-C94C-4361-9091-935F79A38BB3}" type="presOf" srcId="{EE301B50-E200-4F32-843B-FC807E105DBC}" destId="{B7351D04-FADD-4682-9F8B-E6C239FBED4A}" srcOrd="0" destOrd="0" presId="urn:microsoft.com/office/officeart/2018/5/layout/IconCircleLabelList"/>
    <dgm:cxn modelId="{D2FB07C1-D43A-48ED-BDC3-3ACA648B9BEC}" srcId="{EE301B50-E200-4F32-843B-FC807E105DBC}" destId="{4DB37A07-546D-42D3-B047-6E84703C5EF2}" srcOrd="1" destOrd="0" parTransId="{5EEF95E2-96A0-44DF-A570-213B3EFAD9FA}" sibTransId="{EC976A99-9129-4932-819C-78837212365D}"/>
    <dgm:cxn modelId="{C849B9EB-5C5A-49B7-A828-FA01D8465CE0}" type="presOf" srcId="{4DB37A07-546D-42D3-B047-6E84703C5EF2}" destId="{1780AB05-0713-491A-B20F-F3D448155648}" srcOrd="0" destOrd="0" presId="urn:microsoft.com/office/officeart/2018/5/layout/IconCircleLabelList"/>
    <dgm:cxn modelId="{4466E21E-C8D0-4430-9529-4C1F14898367}" type="presParOf" srcId="{B7351D04-FADD-4682-9F8B-E6C239FBED4A}" destId="{5CE9E384-1AFF-4BD2-AD34-08095C7D5671}" srcOrd="0" destOrd="0" presId="urn:microsoft.com/office/officeart/2018/5/layout/IconCircleLabelList"/>
    <dgm:cxn modelId="{EB2E8732-6F96-4406-85AF-035B22CE3C20}" type="presParOf" srcId="{5CE9E384-1AFF-4BD2-AD34-08095C7D5671}" destId="{254CECEB-31D1-4148-A3BA-7C8D9D2C6BE8}" srcOrd="0" destOrd="0" presId="urn:microsoft.com/office/officeart/2018/5/layout/IconCircleLabelList"/>
    <dgm:cxn modelId="{4BEEEB45-E5D4-4EEA-B35E-1621A64C2334}" type="presParOf" srcId="{5CE9E384-1AFF-4BD2-AD34-08095C7D5671}" destId="{80555400-09DD-40BF-B4DE-E0A2CB4A297F}" srcOrd="1" destOrd="0" presId="urn:microsoft.com/office/officeart/2018/5/layout/IconCircleLabelList"/>
    <dgm:cxn modelId="{4DA9810D-F9BA-4723-8108-8B2CD258ED78}" type="presParOf" srcId="{5CE9E384-1AFF-4BD2-AD34-08095C7D5671}" destId="{E631C11B-6036-4840-9A07-500B350233BD}" srcOrd="2" destOrd="0" presId="urn:microsoft.com/office/officeart/2018/5/layout/IconCircleLabelList"/>
    <dgm:cxn modelId="{F9AA10A5-03E9-4096-A772-5B0AC58E9A92}" type="presParOf" srcId="{5CE9E384-1AFF-4BD2-AD34-08095C7D5671}" destId="{0D452908-FDC2-4679-89FA-2A80A7C2521D}" srcOrd="3" destOrd="0" presId="urn:microsoft.com/office/officeart/2018/5/layout/IconCircleLabelList"/>
    <dgm:cxn modelId="{349E8436-0A8F-485C-8E2D-3F60FD7085C6}" type="presParOf" srcId="{B7351D04-FADD-4682-9F8B-E6C239FBED4A}" destId="{ABD17D5C-B077-412C-A6C8-188414792332}" srcOrd="1" destOrd="0" presId="urn:microsoft.com/office/officeart/2018/5/layout/IconCircleLabelList"/>
    <dgm:cxn modelId="{349F7E45-0CD5-4816-B1DD-F786FB124472}" type="presParOf" srcId="{B7351D04-FADD-4682-9F8B-E6C239FBED4A}" destId="{02098E28-A70E-425E-9055-B2E29D216A10}" srcOrd="2" destOrd="0" presId="urn:microsoft.com/office/officeart/2018/5/layout/IconCircleLabelList"/>
    <dgm:cxn modelId="{62B332BF-DC73-47CB-A05B-0695829A98B8}" type="presParOf" srcId="{02098E28-A70E-425E-9055-B2E29D216A10}" destId="{11A3217C-63FC-4696-8BF9-2B4923923311}" srcOrd="0" destOrd="0" presId="urn:microsoft.com/office/officeart/2018/5/layout/IconCircleLabelList"/>
    <dgm:cxn modelId="{6F17C8C2-42EF-4B55-998F-5F7247F5EA51}" type="presParOf" srcId="{02098E28-A70E-425E-9055-B2E29D216A10}" destId="{2CDE06EC-9FE4-45EC-A1B8-1817A76F5F4A}" srcOrd="1" destOrd="0" presId="urn:microsoft.com/office/officeart/2018/5/layout/IconCircleLabelList"/>
    <dgm:cxn modelId="{7842FB8B-00A7-44E8-A311-270C9238262A}" type="presParOf" srcId="{02098E28-A70E-425E-9055-B2E29D216A10}" destId="{66ED7BAB-96EB-4C3D-8AFC-9CB0A34EC218}" srcOrd="2" destOrd="0" presId="urn:microsoft.com/office/officeart/2018/5/layout/IconCircleLabelList"/>
    <dgm:cxn modelId="{7FC38C54-2B8A-44B8-A632-78C941D05D72}" type="presParOf" srcId="{02098E28-A70E-425E-9055-B2E29D216A10}" destId="{1780AB05-0713-491A-B20F-F3D448155648}" srcOrd="3" destOrd="0" presId="urn:microsoft.com/office/officeart/2018/5/layout/IconCircleLabelList"/>
    <dgm:cxn modelId="{6CD80791-C4AB-4FC7-97F7-236951302029}" type="presParOf" srcId="{B7351D04-FADD-4682-9F8B-E6C239FBED4A}" destId="{244FA95C-88E8-4A95-AEAE-FF67B9613885}" srcOrd="3" destOrd="0" presId="urn:microsoft.com/office/officeart/2018/5/layout/IconCircleLabelList"/>
    <dgm:cxn modelId="{651FB3CB-A942-4662-B2FB-27FB24F56476}" type="presParOf" srcId="{B7351D04-FADD-4682-9F8B-E6C239FBED4A}" destId="{643AE9EB-4A73-4F89-A4D1-AD887ADB2D12}" srcOrd="4" destOrd="0" presId="urn:microsoft.com/office/officeart/2018/5/layout/IconCircleLabelList"/>
    <dgm:cxn modelId="{6A2257D4-3C41-463A-8B20-6E545A5416CD}" type="presParOf" srcId="{643AE9EB-4A73-4F89-A4D1-AD887ADB2D12}" destId="{7AB233B6-CDFE-4D1D-87CA-412E89D8BE26}" srcOrd="0" destOrd="0" presId="urn:microsoft.com/office/officeart/2018/5/layout/IconCircleLabelList"/>
    <dgm:cxn modelId="{B863695A-6F53-4853-BD9B-C96DC24BEBEB}" type="presParOf" srcId="{643AE9EB-4A73-4F89-A4D1-AD887ADB2D12}" destId="{F003C76D-5398-4E0F-9683-F35900399AFD}" srcOrd="1" destOrd="0" presId="urn:microsoft.com/office/officeart/2018/5/layout/IconCircleLabelList"/>
    <dgm:cxn modelId="{8868C99B-B007-4728-99BD-86DA6463B2EA}" type="presParOf" srcId="{643AE9EB-4A73-4F89-A4D1-AD887ADB2D12}" destId="{E86053B0-F9C7-489E-AFC9-F7A43D6F2C6F}" srcOrd="2" destOrd="0" presId="urn:microsoft.com/office/officeart/2018/5/layout/IconCircleLabelList"/>
    <dgm:cxn modelId="{A8BF9ACE-1B5B-4172-8568-CAE16271FB48}" type="presParOf" srcId="{643AE9EB-4A73-4F89-A4D1-AD887ADB2D12}" destId="{1CB7A834-9C8A-43C9-BC4B-FA9DC468EB81}"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99FBF0-4867-468F-9B24-B400849765F1}"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8E00F12A-97CB-4288-A342-57959EC58C26}">
      <dgm:prSet custT="1"/>
      <dgm:spPr/>
      <dgm:t>
        <a:bodyPr/>
        <a:lstStyle/>
        <a:p>
          <a:pPr>
            <a:lnSpc>
              <a:spcPct val="100000"/>
            </a:lnSpc>
            <a:defRPr cap="all"/>
          </a:pPr>
          <a:r>
            <a:rPr lang="en-US" sz="1400" b="1" dirty="0"/>
            <a:t>Performance Evaluation:</a:t>
          </a:r>
          <a:br>
            <a:rPr lang="en-US" sz="1400" dirty="0"/>
          </a:br>
          <a:r>
            <a:rPr lang="en-US" sz="1400" dirty="0"/>
            <a:t>To evaluate punctuality and efficiency of trains by analyzing travel times and delays (if applicable).</a:t>
          </a:r>
        </a:p>
      </dgm:t>
    </dgm:pt>
    <dgm:pt modelId="{61FA7532-ED5B-45D7-ACD2-1FAA1133D35D}" type="parTrans" cxnId="{AA544DA7-2E00-474D-A30D-8F159133E4EA}">
      <dgm:prSet/>
      <dgm:spPr/>
      <dgm:t>
        <a:bodyPr/>
        <a:lstStyle/>
        <a:p>
          <a:endParaRPr lang="en-US"/>
        </a:p>
      </dgm:t>
    </dgm:pt>
    <dgm:pt modelId="{B85EA9B1-7916-4D52-B87E-DDDA41CC2F8D}" type="sibTrans" cxnId="{AA544DA7-2E00-474D-A30D-8F159133E4EA}">
      <dgm:prSet/>
      <dgm:spPr/>
      <dgm:t>
        <a:bodyPr/>
        <a:lstStyle/>
        <a:p>
          <a:endParaRPr lang="en-US"/>
        </a:p>
      </dgm:t>
    </dgm:pt>
    <dgm:pt modelId="{8CB82396-9A84-44AC-AEDE-0C7977A7D6A9}">
      <dgm:prSet custT="1"/>
      <dgm:spPr/>
      <dgm:t>
        <a:bodyPr/>
        <a:lstStyle/>
        <a:p>
          <a:pPr>
            <a:lnSpc>
              <a:spcPct val="100000"/>
            </a:lnSpc>
            <a:defRPr cap="all"/>
          </a:pPr>
          <a:r>
            <a:rPr lang="en-US" sz="1400" b="1" dirty="0"/>
            <a:t>Visualization and Insights:</a:t>
          </a:r>
          <a:br>
            <a:rPr lang="en-US" sz="1400" dirty="0"/>
          </a:br>
          <a:r>
            <a:rPr lang="en-US" sz="1400" dirty="0"/>
            <a:t>To build clear and interactive dashboards using tools such as Tableau or Power BI, illustrating insights about routes, peak travel times, and ticket pricing.</a:t>
          </a:r>
        </a:p>
      </dgm:t>
    </dgm:pt>
    <dgm:pt modelId="{C96EE85C-089B-468E-9EDD-A17123DC3A80}" type="parTrans" cxnId="{CA702544-C7B5-4813-9E9D-E09B5118AA8B}">
      <dgm:prSet/>
      <dgm:spPr/>
      <dgm:t>
        <a:bodyPr/>
        <a:lstStyle/>
        <a:p>
          <a:endParaRPr lang="en-US"/>
        </a:p>
      </dgm:t>
    </dgm:pt>
    <dgm:pt modelId="{4F79045B-481E-4D03-8029-75F433DD6168}" type="sibTrans" cxnId="{CA702544-C7B5-4813-9E9D-E09B5118AA8B}">
      <dgm:prSet/>
      <dgm:spPr/>
      <dgm:t>
        <a:bodyPr/>
        <a:lstStyle/>
        <a:p>
          <a:endParaRPr lang="en-US"/>
        </a:p>
      </dgm:t>
    </dgm:pt>
    <dgm:pt modelId="{CB73AEAA-FE1D-4DA9-9EBF-27C7F2CD1543}">
      <dgm:prSet custT="1"/>
      <dgm:spPr/>
      <dgm:t>
        <a:bodyPr/>
        <a:lstStyle/>
        <a:p>
          <a:pPr>
            <a:lnSpc>
              <a:spcPct val="100000"/>
            </a:lnSpc>
            <a:defRPr cap="all"/>
          </a:pPr>
          <a:r>
            <a:rPr lang="en-US" sz="1400" b="1" dirty="0"/>
            <a:t>Decision Support:</a:t>
          </a:r>
          <a:br>
            <a:rPr lang="en-US" sz="1400" dirty="0"/>
          </a:br>
          <a:r>
            <a:rPr lang="en-US" sz="1400" dirty="0"/>
            <a:t>To provide actionable insights and recommendations that can help improve scheduling, route planning, and customer satisfaction in railway services.</a:t>
          </a:r>
        </a:p>
      </dgm:t>
    </dgm:pt>
    <dgm:pt modelId="{83C16385-4372-4DBF-B439-E942D3C3C07C}" type="parTrans" cxnId="{6743E955-2A48-4FFD-BD51-99C29F961261}">
      <dgm:prSet/>
      <dgm:spPr/>
      <dgm:t>
        <a:bodyPr/>
        <a:lstStyle/>
        <a:p>
          <a:endParaRPr lang="en-US"/>
        </a:p>
      </dgm:t>
    </dgm:pt>
    <dgm:pt modelId="{EA3A85B5-645E-457F-A996-E1979861BF83}" type="sibTrans" cxnId="{6743E955-2A48-4FFD-BD51-99C29F961261}">
      <dgm:prSet/>
      <dgm:spPr/>
      <dgm:t>
        <a:bodyPr/>
        <a:lstStyle/>
        <a:p>
          <a:endParaRPr lang="en-US"/>
        </a:p>
      </dgm:t>
    </dgm:pt>
    <dgm:pt modelId="{05A1041C-FABF-4DDC-8A77-2B99891A0D7F}" type="pres">
      <dgm:prSet presAssocID="{AC99FBF0-4867-468F-9B24-B400849765F1}" presName="root" presStyleCnt="0">
        <dgm:presLayoutVars>
          <dgm:dir/>
          <dgm:resizeHandles val="exact"/>
        </dgm:presLayoutVars>
      </dgm:prSet>
      <dgm:spPr/>
    </dgm:pt>
    <dgm:pt modelId="{EF3A5701-0C4E-4FE2-ABD0-00669B5B06FE}" type="pres">
      <dgm:prSet presAssocID="{8E00F12A-97CB-4288-A342-57959EC58C26}" presName="compNode" presStyleCnt="0"/>
      <dgm:spPr/>
    </dgm:pt>
    <dgm:pt modelId="{39F73569-AE85-4497-A1BF-25E612BD8A2D}" type="pres">
      <dgm:prSet presAssocID="{8E00F12A-97CB-4288-A342-57959EC58C26}" presName="iconBgRect" presStyleLbl="bgShp" presStyleIdx="0" presStyleCnt="3"/>
      <dgm:spPr/>
    </dgm:pt>
    <dgm:pt modelId="{18E29321-C2EB-43A1-8B92-15C2CFC364AA}" type="pres">
      <dgm:prSet presAssocID="{8E00F12A-97CB-4288-A342-57959EC58C2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rain"/>
        </a:ext>
      </dgm:extLst>
    </dgm:pt>
    <dgm:pt modelId="{DB259A78-709B-422C-A83F-C011BD27DF43}" type="pres">
      <dgm:prSet presAssocID="{8E00F12A-97CB-4288-A342-57959EC58C26}" presName="spaceRect" presStyleCnt="0"/>
      <dgm:spPr/>
    </dgm:pt>
    <dgm:pt modelId="{5701C465-21EC-4F4B-B1DB-24BB6AEF9F50}" type="pres">
      <dgm:prSet presAssocID="{8E00F12A-97CB-4288-A342-57959EC58C26}" presName="textRect" presStyleLbl="revTx" presStyleIdx="0" presStyleCnt="3">
        <dgm:presLayoutVars>
          <dgm:chMax val="1"/>
          <dgm:chPref val="1"/>
        </dgm:presLayoutVars>
      </dgm:prSet>
      <dgm:spPr/>
    </dgm:pt>
    <dgm:pt modelId="{1AF47BD4-5665-4EFB-BA16-D05BD54F6318}" type="pres">
      <dgm:prSet presAssocID="{B85EA9B1-7916-4D52-B87E-DDDA41CC2F8D}" presName="sibTrans" presStyleCnt="0"/>
      <dgm:spPr/>
    </dgm:pt>
    <dgm:pt modelId="{D4210BBE-8E57-4646-833D-925BFBFB07FA}" type="pres">
      <dgm:prSet presAssocID="{8CB82396-9A84-44AC-AEDE-0C7977A7D6A9}" presName="compNode" presStyleCnt="0"/>
      <dgm:spPr/>
    </dgm:pt>
    <dgm:pt modelId="{A615ED4E-9F8F-4EF5-B8AA-5BA2DA2AC1E4}" type="pres">
      <dgm:prSet presAssocID="{8CB82396-9A84-44AC-AEDE-0C7977A7D6A9}" presName="iconBgRect" presStyleLbl="bgShp" presStyleIdx="1" presStyleCnt="3"/>
      <dgm:spPr/>
    </dgm:pt>
    <dgm:pt modelId="{8C089C5A-65AA-4087-A69A-B45C681A52F5}" type="pres">
      <dgm:prSet presAssocID="{8CB82396-9A84-44AC-AEDE-0C7977A7D6A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905B5192-F571-4207-9AD8-2E0F703634F7}" type="pres">
      <dgm:prSet presAssocID="{8CB82396-9A84-44AC-AEDE-0C7977A7D6A9}" presName="spaceRect" presStyleCnt="0"/>
      <dgm:spPr/>
    </dgm:pt>
    <dgm:pt modelId="{2E7E19D2-F69C-40C8-8A69-FAAA3512A753}" type="pres">
      <dgm:prSet presAssocID="{8CB82396-9A84-44AC-AEDE-0C7977A7D6A9}" presName="textRect" presStyleLbl="revTx" presStyleIdx="1" presStyleCnt="3">
        <dgm:presLayoutVars>
          <dgm:chMax val="1"/>
          <dgm:chPref val="1"/>
        </dgm:presLayoutVars>
      </dgm:prSet>
      <dgm:spPr/>
    </dgm:pt>
    <dgm:pt modelId="{8FE673C9-3469-4A9E-BE3A-AF36BE9EFC74}" type="pres">
      <dgm:prSet presAssocID="{4F79045B-481E-4D03-8029-75F433DD6168}" presName="sibTrans" presStyleCnt="0"/>
      <dgm:spPr/>
    </dgm:pt>
    <dgm:pt modelId="{DAF67497-1997-4812-BB3F-C4576EC86661}" type="pres">
      <dgm:prSet presAssocID="{CB73AEAA-FE1D-4DA9-9EBF-27C7F2CD1543}" presName="compNode" presStyleCnt="0"/>
      <dgm:spPr/>
    </dgm:pt>
    <dgm:pt modelId="{24F9F104-66DE-4D2C-80C0-710E1C45C83F}" type="pres">
      <dgm:prSet presAssocID="{CB73AEAA-FE1D-4DA9-9EBF-27C7F2CD1543}" presName="iconBgRect" presStyleLbl="bgShp" presStyleIdx="2" presStyleCnt="3"/>
      <dgm:spPr/>
    </dgm:pt>
    <dgm:pt modelId="{4C432015-64D7-4923-9E3D-2B5D9DCE9ABC}" type="pres">
      <dgm:prSet presAssocID="{CB73AEAA-FE1D-4DA9-9EBF-27C7F2CD1543}" presName="iconRect" presStyleLbl="node1" presStyleIdx="2" presStyleCnt="3"/>
      <dgm:spPr>
        <a:blipFill>
          <a:blip xmlns:r="http://schemas.openxmlformats.org/officeDocument/2006/relationships" r:embed="rId5"/>
          <a:srcRect/>
          <a:stretch>
            <a:fillRect t="-4000" b="-4000"/>
          </a:stretch>
        </a:blipFill>
        <a:ln>
          <a:noFill/>
        </a:ln>
      </dgm:spPr>
    </dgm:pt>
    <dgm:pt modelId="{19DD0255-95DA-46D5-94FE-B7A32C8BD17D}" type="pres">
      <dgm:prSet presAssocID="{CB73AEAA-FE1D-4DA9-9EBF-27C7F2CD1543}" presName="spaceRect" presStyleCnt="0"/>
      <dgm:spPr/>
    </dgm:pt>
    <dgm:pt modelId="{0C97A07F-6B69-4B7B-A38B-0C490DE54F88}" type="pres">
      <dgm:prSet presAssocID="{CB73AEAA-FE1D-4DA9-9EBF-27C7F2CD1543}" presName="textRect" presStyleLbl="revTx" presStyleIdx="2" presStyleCnt="3">
        <dgm:presLayoutVars>
          <dgm:chMax val="1"/>
          <dgm:chPref val="1"/>
        </dgm:presLayoutVars>
      </dgm:prSet>
      <dgm:spPr/>
    </dgm:pt>
  </dgm:ptLst>
  <dgm:cxnLst>
    <dgm:cxn modelId="{DFBD245B-FC9E-4917-A4C5-8C6D94468F15}" type="presOf" srcId="{AC99FBF0-4867-468F-9B24-B400849765F1}" destId="{05A1041C-FABF-4DDC-8A77-2B99891A0D7F}" srcOrd="0" destOrd="0" presId="urn:microsoft.com/office/officeart/2018/5/layout/IconCircleLabelList"/>
    <dgm:cxn modelId="{CA702544-C7B5-4813-9E9D-E09B5118AA8B}" srcId="{AC99FBF0-4867-468F-9B24-B400849765F1}" destId="{8CB82396-9A84-44AC-AEDE-0C7977A7D6A9}" srcOrd="1" destOrd="0" parTransId="{C96EE85C-089B-468E-9EDD-A17123DC3A80}" sibTransId="{4F79045B-481E-4D03-8029-75F433DD6168}"/>
    <dgm:cxn modelId="{B9E15A45-86AC-4791-8225-FEEEBDC9EF4F}" type="presOf" srcId="{CB73AEAA-FE1D-4DA9-9EBF-27C7F2CD1543}" destId="{0C97A07F-6B69-4B7B-A38B-0C490DE54F88}" srcOrd="0" destOrd="0" presId="urn:microsoft.com/office/officeart/2018/5/layout/IconCircleLabelList"/>
    <dgm:cxn modelId="{17143B66-9E63-473A-8963-242838AADA7F}" type="presOf" srcId="{8CB82396-9A84-44AC-AEDE-0C7977A7D6A9}" destId="{2E7E19D2-F69C-40C8-8A69-FAAA3512A753}" srcOrd="0" destOrd="0" presId="urn:microsoft.com/office/officeart/2018/5/layout/IconCircleLabelList"/>
    <dgm:cxn modelId="{6743E955-2A48-4FFD-BD51-99C29F961261}" srcId="{AC99FBF0-4867-468F-9B24-B400849765F1}" destId="{CB73AEAA-FE1D-4DA9-9EBF-27C7F2CD1543}" srcOrd="2" destOrd="0" parTransId="{83C16385-4372-4DBF-B439-E942D3C3C07C}" sibTransId="{EA3A85B5-645E-457F-A996-E1979861BF83}"/>
    <dgm:cxn modelId="{AA544DA7-2E00-474D-A30D-8F159133E4EA}" srcId="{AC99FBF0-4867-468F-9B24-B400849765F1}" destId="{8E00F12A-97CB-4288-A342-57959EC58C26}" srcOrd="0" destOrd="0" parTransId="{61FA7532-ED5B-45D7-ACD2-1FAA1133D35D}" sibTransId="{B85EA9B1-7916-4D52-B87E-DDDA41CC2F8D}"/>
    <dgm:cxn modelId="{CBAFB1C8-8D72-46B6-82E1-7BD982ECB3E7}" type="presOf" srcId="{8E00F12A-97CB-4288-A342-57959EC58C26}" destId="{5701C465-21EC-4F4B-B1DB-24BB6AEF9F50}" srcOrd="0" destOrd="0" presId="urn:microsoft.com/office/officeart/2018/5/layout/IconCircleLabelList"/>
    <dgm:cxn modelId="{B7ACA827-3017-4171-AB83-9393F03098F8}" type="presParOf" srcId="{05A1041C-FABF-4DDC-8A77-2B99891A0D7F}" destId="{EF3A5701-0C4E-4FE2-ABD0-00669B5B06FE}" srcOrd="0" destOrd="0" presId="urn:microsoft.com/office/officeart/2018/5/layout/IconCircleLabelList"/>
    <dgm:cxn modelId="{98AE00BE-0358-4664-B84A-C7E610FB79FA}" type="presParOf" srcId="{EF3A5701-0C4E-4FE2-ABD0-00669B5B06FE}" destId="{39F73569-AE85-4497-A1BF-25E612BD8A2D}" srcOrd="0" destOrd="0" presId="urn:microsoft.com/office/officeart/2018/5/layout/IconCircleLabelList"/>
    <dgm:cxn modelId="{87062BE9-0FED-44B3-A65C-359FF5371F90}" type="presParOf" srcId="{EF3A5701-0C4E-4FE2-ABD0-00669B5B06FE}" destId="{18E29321-C2EB-43A1-8B92-15C2CFC364AA}" srcOrd="1" destOrd="0" presId="urn:microsoft.com/office/officeart/2018/5/layout/IconCircleLabelList"/>
    <dgm:cxn modelId="{2AEFEAAE-B291-4630-B912-47EC1D87FCDC}" type="presParOf" srcId="{EF3A5701-0C4E-4FE2-ABD0-00669B5B06FE}" destId="{DB259A78-709B-422C-A83F-C011BD27DF43}" srcOrd="2" destOrd="0" presId="urn:microsoft.com/office/officeart/2018/5/layout/IconCircleLabelList"/>
    <dgm:cxn modelId="{26A5822A-A66C-4454-B25F-D663636AFE81}" type="presParOf" srcId="{EF3A5701-0C4E-4FE2-ABD0-00669B5B06FE}" destId="{5701C465-21EC-4F4B-B1DB-24BB6AEF9F50}" srcOrd="3" destOrd="0" presId="urn:microsoft.com/office/officeart/2018/5/layout/IconCircleLabelList"/>
    <dgm:cxn modelId="{BE763F78-D0D1-4321-B47C-9C90B09163AD}" type="presParOf" srcId="{05A1041C-FABF-4DDC-8A77-2B99891A0D7F}" destId="{1AF47BD4-5665-4EFB-BA16-D05BD54F6318}" srcOrd="1" destOrd="0" presId="urn:microsoft.com/office/officeart/2018/5/layout/IconCircleLabelList"/>
    <dgm:cxn modelId="{4BB174F7-1F0C-43DD-8BEA-B042DA89FAA6}" type="presParOf" srcId="{05A1041C-FABF-4DDC-8A77-2B99891A0D7F}" destId="{D4210BBE-8E57-4646-833D-925BFBFB07FA}" srcOrd="2" destOrd="0" presId="urn:microsoft.com/office/officeart/2018/5/layout/IconCircleLabelList"/>
    <dgm:cxn modelId="{251CE046-19FD-4E79-992A-986F1BF6A744}" type="presParOf" srcId="{D4210BBE-8E57-4646-833D-925BFBFB07FA}" destId="{A615ED4E-9F8F-4EF5-B8AA-5BA2DA2AC1E4}" srcOrd="0" destOrd="0" presId="urn:microsoft.com/office/officeart/2018/5/layout/IconCircleLabelList"/>
    <dgm:cxn modelId="{37AD216D-9C7B-4916-827F-4CA597C8F06F}" type="presParOf" srcId="{D4210BBE-8E57-4646-833D-925BFBFB07FA}" destId="{8C089C5A-65AA-4087-A69A-B45C681A52F5}" srcOrd="1" destOrd="0" presId="urn:microsoft.com/office/officeart/2018/5/layout/IconCircleLabelList"/>
    <dgm:cxn modelId="{9B84E4B6-A1D6-42FA-A4A5-B915E7E95E74}" type="presParOf" srcId="{D4210BBE-8E57-4646-833D-925BFBFB07FA}" destId="{905B5192-F571-4207-9AD8-2E0F703634F7}" srcOrd="2" destOrd="0" presId="urn:microsoft.com/office/officeart/2018/5/layout/IconCircleLabelList"/>
    <dgm:cxn modelId="{0B20F07B-67B7-4289-9E1C-5C05AD0DDFEC}" type="presParOf" srcId="{D4210BBE-8E57-4646-833D-925BFBFB07FA}" destId="{2E7E19D2-F69C-40C8-8A69-FAAA3512A753}" srcOrd="3" destOrd="0" presId="urn:microsoft.com/office/officeart/2018/5/layout/IconCircleLabelList"/>
    <dgm:cxn modelId="{7C98FB32-2F16-4ACB-8AC5-EF6D23B493EF}" type="presParOf" srcId="{05A1041C-FABF-4DDC-8A77-2B99891A0D7F}" destId="{8FE673C9-3469-4A9E-BE3A-AF36BE9EFC74}" srcOrd="3" destOrd="0" presId="urn:microsoft.com/office/officeart/2018/5/layout/IconCircleLabelList"/>
    <dgm:cxn modelId="{7A72276D-7EA8-44B3-B66D-5D332656C80E}" type="presParOf" srcId="{05A1041C-FABF-4DDC-8A77-2B99891A0D7F}" destId="{DAF67497-1997-4812-BB3F-C4576EC86661}" srcOrd="4" destOrd="0" presId="urn:microsoft.com/office/officeart/2018/5/layout/IconCircleLabelList"/>
    <dgm:cxn modelId="{7A60C6B7-FF6A-4823-A131-2920E164636E}" type="presParOf" srcId="{DAF67497-1997-4812-BB3F-C4576EC86661}" destId="{24F9F104-66DE-4D2C-80C0-710E1C45C83F}" srcOrd="0" destOrd="0" presId="urn:microsoft.com/office/officeart/2018/5/layout/IconCircleLabelList"/>
    <dgm:cxn modelId="{AE33B700-DB7B-4762-A8A1-8E19F0598A6B}" type="presParOf" srcId="{DAF67497-1997-4812-BB3F-C4576EC86661}" destId="{4C432015-64D7-4923-9E3D-2B5D9DCE9ABC}" srcOrd="1" destOrd="0" presId="urn:microsoft.com/office/officeart/2018/5/layout/IconCircleLabelList"/>
    <dgm:cxn modelId="{BBBFB831-EFBE-41AF-9267-7C8B58E28AB6}" type="presParOf" srcId="{DAF67497-1997-4812-BB3F-C4576EC86661}" destId="{19DD0255-95DA-46D5-94FE-B7A32C8BD17D}" srcOrd="2" destOrd="0" presId="urn:microsoft.com/office/officeart/2018/5/layout/IconCircleLabelList"/>
    <dgm:cxn modelId="{0A210654-9080-4498-AC84-155F1A7A4035}" type="presParOf" srcId="{DAF67497-1997-4812-BB3F-C4576EC86661}" destId="{0C97A07F-6B69-4B7B-A38B-0C490DE54F88}"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4455674-005A-4853-A9BA-74E6AC63F423}"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0C14B7B3-7B2D-4067-AECE-FCE725F19FBD}">
      <dgm:prSet/>
      <dgm:spPr/>
      <dgm:t>
        <a:bodyPr/>
        <a:lstStyle/>
        <a:p>
          <a:r>
            <a:rPr lang="en-US" b="1" dirty="0"/>
            <a:t>Week 1 – Data Exploration:</a:t>
          </a:r>
          <a:br>
            <a:rPr lang="en-US" dirty="0"/>
          </a:br>
          <a:r>
            <a:rPr lang="en-US" dirty="0"/>
            <a:t>The dataset will be loaded into the working environment, and a detailed examination of the columns and data types will be conducted to identify key variables such as departure and arrival stations, trip times, ticket prices, and train classes.</a:t>
          </a:r>
          <a:br>
            <a:rPr lang="en-US" dirty="0"/>
          </a:br>
          <a:r>
            <a:rPr lang="en-US" dirty="0"/>
            <a:t>Missing values and data inconsistencies will be analyzed to understand potential issues that may affect the analysis process.</a:t>
          </a:r>
        </a:p>
      </dgm:t>
    </dgm:pt>
    <dgm:pt modelId="{898A7C4E-2A7E-4DB5-B887-EC4FDFB0DCB2}" type="parTrans" cxnId="{674CDBF1-2EDE-45F0-BA9F-A47C83722A5F}">
      <dgm:prSet/>
      <dgm:spPr/>
      <dgm:t>
        <a:bodyPr/>
        <a:lstStyle/>
        <a:p>
          <a:endParaRPr lang="en-US"/>
        </a:p>
      </dgm:t>
    </dgm:pt>
    <dgm:pt modelId="{67404DB3-81D0-4938-9F0D-1F9D8D084B60}" type="sibTrans" cxnId="{674CDBF1-2EDE-45F0-BA9F-A47C83722A5F}">
      <dgm:prSet/>
      <dgm:spPr/>
      <dgm:t>
        <a:bodyPr/>
        <a:lstStyle/>
        <a:p>
          <a:endParaRPr lang="en-US"/>
        </a:p>
      </dgm:t>
    </dgm:pt>
    <dgm:pt modelId="{0013A1B2-B2ED-4CA2-B770-45B62E1233FA}">
      <dgm:prSet/>
      <dgm:spPr/>
      <dgm:t>
        <a:bodyPr/>
        <a:lstStyle/>
        <a:p>
          <a:r>
            <a:rPr lang="en-US" b="1"/>
            <a:t>Week 2 – Data Cleaning:</a:t>
          </a:r>
          <a:br>
            <a:rPr lang="en-US"/>
          </a:br>
          <a:r>
            <a:rPr lang="en-US"/>
            <a:t>Missing or duplicated records will be handled, and column formats (e.g., date, station names) will be standardized.</a:t>
          </a:r>
          <a:br>
            <a:rPr lang="en-US"/>
          </a:br>
          <a:r>
            <a:rPr lang="en-US"/>
            <a:t>Any detected input or formatting errors will be corrected. A clean and verified version of the dataset will be created for further analysis.</a:t>
          </a:r>
        </a:p>
      </dgm:t>
    </dgm:pt>
    <dgm:pt modelId="{F8E38E60-B8E0-4960-804F-663C9F2F3143}" type="parTrans" cxnId="{E14D03C2-410D-4CD6-B06F-EA7C3493AE14}">
      <dgm:prSet/>
      <dgm:spPr/>
      <dgm:t>
        <a:bodyPr/>
        <a:lstStyle/>
        <a:p>
          <a:endParaRPr lang="en-US"/>
        </a:p>
      </dgm:t>
    </dgm:pt>
    <dgm:pt modelId="{050C78A6-1E3F-41F4-8C40-17D9C313FFA0}" type="sibTrans" cxnId="{E14D03C2-410D-4CD6-B06F-EA7C3493AE14}">
      <dgm:prSet/>
      <dgm:spPr/>
      <dgm:t>
        <a:bodyPr/>
        <a:lstStyle/>
        <a:p>
          <a:endParaRPr lang="en-US"/>
        </a:p>
      </dgm:t>
    </dgm:pt>
    <dgm:pt modelId="{0A0EFBCB-3432-441E-AF3A-D6CECF587D70}" type="pres">
      <dgm:prSet presAssocID="{D4455674-005A-4853-A9BA-74E6AC63F423}" presName="hierChild1" presStyleCnt="0">
        <dgm:presLayoutVars>
          <dgm:chPref val="1"/>
          <dgm:dir/>
          <dgm:animOne val="branch"/>
          <dgm:animLvl val="lvl"/>
          <dgm:resizeHandles/>
        </dgm:presLayoutVars>
      </dgm:prSet>
      <dgm:spPr/>
    </dgm:pt>
    <dgm:pt modelId="{393F9965-C311-4A1E-A88F-9F38BE096689}" type="pres">
      <dgm:prSet presAssocID="{0C14B7B3-7B2D-4067-AECE-FCE725F19FBD}" presName="hierRoot1" presStyleCnt="0"/>
      <dgm:spPr/>
    </dgm:pt>
    <dgm:pt modelId="{8CBF9701-AC89-4CBC-BA3E-6DDE81368AC5}" type="pres">
      <dgm:prSet presAssocID="{0C14B7B3-7B2D-4067-AECE-FCE725F19FBD}" presName="composite" presStyleCnt="0"/>
      <dgm:spPr/>
    </dgm:pt>
    <dgm:pt modelId="{A301B17D-8D74-4FC4-83FC-B99160525512}" type="pres">
      <dgm:prSet presAssocID="{0C14B7B3-7B2D-4067-AECE-FCE725F19FBD}" presName="background" presStyleLbl="node0" presStyleIdx="0" presStyleCnt="2"/>
      <dgm:spPr/>
    </dgm:pt>
    <dgm:pt modelId="{6FC7B869-AFA7-410D-BCA0-67078DC3091D}" type="pres">
      <dgm:prSet presAssocID="{0C14B7B3-7B2D-4067-AECE-FCE725F19FBD}" presName="text" presStyleLbl="fgAcc0" presStyleIdx="0" presStyleCnt="2">
        <dgm:presLayoutVars>
          <dgm:chPref val="3"/>
        </dgm:presLayoutVars>
      </dgm:prSet>
      <dgm:spPr/>
    </dgm:pt>
    <dgm:pt modelId="{66A4FBD6-CB20-4257-88B2-BB2B78F22114}" type="pres">
      <dgm:prSet presAssocID="{0C14B7B3-7B2D-4067-AECE-FCE725F19FBD}" presName="hierChild2" presStyleCnt="0"/>
      <dgm:spPr/>
    </dgm:pt>
    <dgm:pt modelId="{47E49E34-C240-45CE-B9E9-0CC32C282CAB}" type="pres">
      <dgm:prSet presAssocID="{0013A1B2-B2ED-4CA2-B770-45B62E1233FA}" presName="hierRoot1" presStyleCnt="0"/>
      <dgm:spPr/>
    </dgm:pt>
    <dgm:pt modelId="{7333909E-E1D7-48A2-B387-4B3211A69CD5}" type="pres">
      <dgm:prSet presAssocID="{0013A1B2-B2ED-4CA2-B770-45B62E1233FA}" presName="composite" presStyleCnt="0"/>
      <dgm:spPr/>
    </dgm:pt>
    <dgm:pt modelId="{B4176D00-16E5-4545-AFF9-EA96DAD24936}" type="pres">
      <dgm:prSet presAssocID="{0013A1B2-B2ED-4CA2-B770-45B62E1233FA}" presName="background" presStyleLbl="node0" presStyleIdx="1" presStyleCnt="2"/>
      <dgm:spPr/>
    </dgm:pt>
    <dgm:pt modelId="{99C262C2-FFC6-40D8-8868-44F4ED2F79A2}" type="pres">
      <dgm:prSet presAssocID="{0013A1B2-B2ED-4CA2-B770-45B62E1233FA}" presName="text" presStyleLbl="fgAcc0" presStyleIdx="1" presStyleCnt="2">
        <dgm:presLayoutVars>
          <dgm:chPref val="3"/>
        </dgm:presLayoutVars>
      </dgm:prSet>
      <dgm:spPr/>
    </dgm:pt>
    <dgm:pt modelId="{0DF0FB72-0187-4B06-81EE-C722B7E9F70C}" type="pres">
      <dgm:prSet presAssocID="{0013A1B2-B2ED-4CA2-B770-45B62E1233FA}" presName="hierChild2" presStyleCnt="0"/>
      <dgm:spPr/>
    </dgm:pt>
  </dgm:ptLst>
  <dgm:cxnLst>
    <dgm:cxn modelId="{E70DF41B-F799-48DA-AB7B-0C05670FFC19}" type="presOf" srcId="{D4455674-005A-4853-A9BA-74E6AC63F423}" destId="{0A0EFBCB-3432-441E-AF3A-D6CECF587D70}" srcOrd="0" destOrd="0" presId="urn:microsoft.com/office/officeart/2005/8/layout/hierarchy1"/>
    <dgm:cxn modelId="{2C251E54-A21B-4851-AA46-31D28F0710B0}" type="presOf" srcId="{0C14B7B3-7B2D-4067-AECE-FCE725F19FBD}" destId="{6FC7B869-AFA7-410D-BCA0-67078DC3091D}" srcOrd="0" destOrd="0" presId="urn:microsoft.com/office/officeart/2005/8/layout/hierarchy1"/>
    <dgm:cxn modelId="{D06F7F83-2224-47FB-BC10-FA9425466F47}" type="presOf" srcId="{0013A1B2-B2ED-4CA2-B770-45B62E1233FA}" destId="{99C262C2-FFC6-40D8-8868-44F4ED2F79A2}" srcOrd="0" destOrd="0" presId="urn:microsoft.com/office/officeart/2005/8/layout/hierarchy1"/>
    <dgm:cxn modelId="{E14D03C2-410D-4CD6-B06F-EA7C3493AE14}" srcId="{D4455674-005A-4853-A9BA-74E6AC63F423}" destId="{0013A1B2-B2ED-4CA2-B770-45B62E1233FA}" srcOrd="1" destOrd="0" parTransId="{F8E38E60-B8E0-4960-804F-663C9F2F3143}" sibTransId="{050C78A6-1E3F-41F4-8C40-17D9C313FFA0}"/>
    <dgm:cxn modelId="{674CDBF1-2EDE-45F0-BA9F-A47C83722A5F}" srcId="{D4455674-005A-4853-A9BA-74E6AC63F423}" destId="{0C14B7B3-7B2D-4067-AECE-FCE725F19FBD}" srcOrd="0" destOrd="0" parTransId="{898A7C4E-2A7E-4DB5-B887-EC4FDFB0DCB2}" sibTransId="{67404DB3-81D0-4938-9F0D-1F9D8D084B60}"/>
    <dgm:cxn modelId="{FC6C5815-5276-4146-B97E-D7200618E7C3}" type="presParOf" srcId="{0A0EFBCB-3432-441E-AF3A-D6CECF587D70}" destId="{393F9965-C311-4A1E-A88F-9F38BE096689}" srcOrd="0" destOrd="0" presId="urn:microsoft.com/office/officeart/2005/8/layout/hierarchy1"/>
    <dgm:cxn modelId="{9AD15A41-377A-4196-B58A-79D86C338B30}" type="presParOf" srcId="{393F9965-C311-4A1E-A88F-9F38BE096689}" destId="{8CBF9701-AC89-4CBC-BA3E-6DDE81368AC5}" srcOrd="0" destOrd="0" presId="urn:microsoft.com/office/officeart/2005/8/layout/hierarchy1"/>
    <dgm:cxn modelId="{D2172AC1-9AB4-4BAF-AA54-1F5BC0A6A3D3}" type="presParOf" srcId="{8CBF9701-AC89-4CBC-BA3E-6DDE81368AC5}" destId="{A301B17D-8D74-4FC4-83FC-B99160525512}" srcOrd="0" destOrd="0" presId="urn:microsoft.com/office/officeart/2005/8/layout/hierarchy1"/>
    <dgm:cxn modelId="{1183C936-3756-48F1-BFF7-EB20B86325B7}" type="presParOf" srcId="{8CBF9701-AC89-4CBC-BA3E-6DDE81368AC5}" destId="{6FC7B869-AFA7-410D-BCA0-67078DC3091D}" srcOrd="1" destOrd="0" presId="urn:microsoft.com/office/officeart/2005/8/layout/hierarchy1"/>
    <dgm:cxn modelId="{B42D4509-9709-4FD5-96AC-408589AE1A9F}" type="presParOf" srcId="{393F9965-C311-4A1E-A88F-9F38BE096689}" destId="{66A4FBD6-CB20-4257-88B2-BB2B78F22114}" srcOrd="1" destOrd="0" presId="urn:microsoft.com/office/officeart/2005/8/layout/hierarchy1"/>
    <dgm:cxn modelId="{5949F126-DB77-464D-B96B-6C224C7CDD92}" type="presParOf" srcId="{0A0EFBCB-3432-441E-AF3A-D6CECF587D70}" destId="{47E49E34-C240-45CE-B9E9-0CC32C282CAB}" srcOrd="1" destOrd="0" presId="urn:microsoft.com/office/officeart/2005/8/layout/hierarchy1"/>
    <dgm:cxn modelId="{BD0D2DFA-8C9F-40E8-A28A-891B5721E314}" type="presParOf" srcId="{47E49E34-C240-45CE-B9E9-0CC32C282CAB}" destId="{7333909E-E1D7-48A2-B387-4B3211A69CD5}" srcOrd="0" destOrd="0" presId="urn:microsoft.com/office/officeart/2005/8/layout/hierarchy1"/>
    <dgm:cxn modelId="{3E62BEBD-7A41-4EF1-9EBC-518B71719C1F}" type="presParOf" srcId="{7333909E-E1D7-48A2-B387-4B3211A69CD5}" destId="{B4176D00-16E5-4545-AFF9-EA96DAD24936}" srcOrd="0" destOrd="0" presId="urn:microsoft.com/office/officeart/2005/8/layout/hierarchy1"/>
    <dgm:cxn modelId="{98E5847D-D6FC-44AD-B3BD-E2933FBF39F0}" type="presParOf" srcId="{7333909E-E1D7-48A2-B387-4B3211A69CD5}" destId="{99C262C2-FFC6-40D8-8868-44F4ED2F79A2}" srcOrd="1" destOrd="0" presId="urn:microsoft.com/office/officeart/2005/8/layout/hierarchy1"/>
    <dgm:cxn modelId="{348C9566-45CE-4387-9E19-2F820DA42EC9}" type="presParOf" srcId="{47E49E34-C240-45CE-B9E9-0CC32C282CAB}" destId="{0DF0FB72-0187-4B06-81EE-C722B7E9F70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ABC5816-B679-4043-ACF3-F0F51837FA67}" type="doc">
      <dgm:prSet loTypeId="urn:microsoft.com/office/officeart/2005/8/layout/hierarchy1" loCatId="hierarchy" qsTypeId="urn:microsoft.com/office/officeart/2005/8/quickstyle/simple4" qsCatId="simple" csTypeId="urn:microsoft.com/office/officeart/2005/8/colors/colorful2" csCatId="colorful"/>
      <dgm:spPr/>
      <dgm:t>
        <a:bodyPr/>
        <a:lstStyle/>
        <a:p>
          <a:endParaRPr lang="en-US"/>
        </a:p>
      </dgm:t>
    </dgm:pt>
    <dgm:pt modelId="{F5B87E85-FA32-4856-BE77-509272F8C112}">
      <dgm:prSet/>
      <dgm:spPr/>
      <dgm:t>
        <a:bodyPr/>
        <a:lstStyle/>
        <a:p>
          <a:r>
            <a:rPr lang="en-US" b="1" dirty="0"/>
            <a:t>Week 3 – Descriptive Analysis:</a:t>
          </a:r>
          <a:br>
            <a:rPr lang="en-US" dirty="0"/>
          </a:br>
          <a:r>
            <a:rPr lang="en-US" dirty="0"/>
            <a:t>Descriptive statistics will be performed to identify key trends, such as the number of daily trips, average trip duration, and passenger distribution by destination.</a:t>
          </a:r>
          <a:br>
            <a:rPr lang="en-US" dirty="0"/>
          </a:br>
          <a:r>
            <a:rPr lang="en-US" dirty="0"/>
            <a:t>Summary tables and preliminary visualizations will be developed to detect patterns within the data.</a:t>
          </a:r>
        </a:p>
      </dgm:t>
    </dgm:pt>
    <dgm:pt modelId="{C29F0273-81CA-4C99-89D1-6F9574198C98}" type="parTrans" cxnId="{59328A25-15D3-448B-AA0E-4D5A8B62CF4D}">
      <dgm:prSet/>
      <dgm:spPr/>
      <dgm:t>
        <a:bodyPr/>
        <a:lstStyle/>
        <a:p>
          <a:endParaRPr lang="en-US"/>
        </a:p>
      </dgm:t>
    </dgm:pt>
    <dgm:pt modelId="{34B49822-A611-40B6-ADA4-D472BF4CCCFD}" type="sibTrans" cxnId="{59328A25-15D3-448B-AA0E-4D5A8B62CF4D}">
      <dgm:prSet/>
      <dgm:spPr/>
      <dgm:t>
        <a:bodyPr/>
        <a:lstStyle/>
        <a:p>
          <a:endParaRPr lang="en-US"/>
        </a:p>
      </dgm:t>
    </dgm:pt>
    <dgm:pt modelId="{5539C2B3-2C34-43D4-A75A-246BB52F6777}">
      <dgm:prSet/>
      <dgm:spPr/>
      <dgm:t>
        <a:bodyPr/>
        <a:lstStyle/>
        <a:p>
          <a:r>
            <a:rPr lang="en-US" b="1"/>
            <a:t>Week 4 – Advanced Analysis:</a:t>
          </a:r>
          <a:br>
            <a:rPr lang="en-US"/>
          </a:br>
          <a:r>
            <a:rPr lang="en-US"/>
            <a:t>Relationships between variables will be analyzed, such as the correlation between ticket price and trip duration or the distribution of trips across different time periods.</a:t>
          </a:r>
          <a:br>
            <a:rPr lang="en-US"/>
          </a:br>
          <a:r>
            <a:rPr lang="en-US"/>
            <a:t>Potential hypotheses will be tested (e.g., Are morning trips faster? Do ticket prices vary by train type?).</a:t>
          </a:r>
        </a:p>
      </dgm:t>
    </dgm:pt>
    <dgm:pt modelId="{8BF0F110-49FB-4A7D-AF31-EA7DB683A9D2}" type="parTrans" cxnId="{8E598C63-D56D-45B4-B53A-F4C5AA0FDEB0}">
      <dgm:prSet/>
      <dgm:spPr/>
      <dgm:t>
        <a:bodyPr/>
        <a:lstStyle/>
        <a:p>
          <a:endParaRPr lang="en-US"/>
        </a:p>
      </dgm:t>
    </dgm:pt>
    <dgm:pt modelId="{78889EC1-233A-4EA4-AD64-72D8C9427E64}" type="sibTrans" cxnId="{8E598C63-D56D-45B4-B53A-F4C5AA0FDEB0}">
      <dgm:prSet/>
      <dgm:spPr/>
      <dgm:t>
        <a:bodyPr/>
        <a:lstStyle/>
        <a:p>
          <a:endParaRPr lang="en-US"/>
        </a:p>
      </dgm:t>
    </dgm:pt>
    <dgm:pt modelId="{7DD2F240-8C49-4D9F-B8F4-51210159ECC2}" type="pres">
      <dgm:prSet presAssocID="{0ABC5816-B679-4043-ACF3-F0F51837FA67}" presName="hierChild1" presStyleCnt="0">
        <dgm:presLayoutVars>
          <dgm:chPref val="1"/>
          <dgm:dir/>
          <dgm:animOne val="branch"/>
          <dgm:animLvl val="lvl"/>
          <dgm:resizeHandles/>
        </dgm:presLayoutVars>
      </dgm:prSet>
      <dgm:spPr/>
    </dgm:pt>
    <dgm:pt modelId="{81840B0E-1824-4604-911D-DDD60C06BA6C}" type="pres">
      <dgm:prSet presAssocID="{F5B87E85-FA32-4856-BE77-509272F8C112}" presName="hierRoot1" presStyleCnt="0"/>
      <dgm:spPr/>
    </dgm:pt>
    <dgm:pt modelId="{EA235475-4E96-4953-AFF5-DAB906F70415}" type="pres">
      <dgm:prSet presAssocID="{F5B87E85-FA32-4856-BE77-509272F8C112}" presName="composite" presStyleCnt="0"/>
      <dgm:spPr/>
    </dgm:pt>
    <dgm:pt modelId="{AEC639C5-0CEC-4C87-B9E6-83CCF9A328A3}" type="pres">
      <dgm:prSet presAssocID="{F5B87E85-FA32-4856-BE77-509272F8C112}" presName="background" presStyleLbl="node0" presStyleIdx="0" presStyleCnt="2"/>
      <dgm:spPr/>
    </dgm:pt>
    <dgm:pt modelId="{19D705D5-9099-447C-9260-4FFC47CF14D9}" type="pres">
      <dgm:prSet presAssocID="{F5B87E85-FA32-4856-BE77-509272F8C112}" presName="text" presStyleLbl="fgAcc0" presStyleIdx="0" presStyleCnt="2">
        <dgm:presLayoutVars>
          <dgm:chPref val="3"/>
        </dgm:presLayoutVars>
      </dgm:prSet>
      <dgm:spPr/>
    </dgm:pt>
    <dgm:pt modelId="{53B7749E-022B-420D-B3E4-EB85305E1FD5}" type="pres">
      <dgm:prSet presAssocID="{F5B87E85-FA32-4856-BE77-509272F8C112}" presName="hierChild2" presStyleCnt="0"/>
      <dgm:spPr/>
    </dgm:pt>
    <dgm:pt modelId="{75B4AA26-12F8-4C18-98D2-C17A9F4F98B9}" type="pres">
      <dgm:prSet presAssocID="{5539C2B3-2C34-43D4-A75A-246BB52F6777}" presName="hierRoot1" presStyleCnt="0"/>
      <dgm:spPr/>
    </dgm:pt>
    <dgm:pt modelId="{CC3B2911-296F-4166-8CDD-B56C278D7B4D}" type="pres">
      <dgm:prSet presAssocID="{5539C2B3-2C34-43D4-A75A-246BB52F6777}" presName="composite" presStyleCnt="0"/>
      <dgm:spPr/>
    </dgm:pt>
    <dgm:pt modelId="{3DB43A1E-FEFE-45D6-A8CC-4BF40DCDC138}" type="pres">
      <dgm:prSet presAssocID="{5539C2B3-2C34-43D4-A75A-246BB52F6777}" presName="background" presStyleLbl="node0" presStyleIdx="1" presStyleCnt="2"/>
      <dgm:spPr/>
    </dgm:pt>
    <dgm:pt modelId="{684890E3-77F8-47E2-BDE6-50EACDBB2B2F}" type="pres">
      <dgm:prSet presAssocID="{5539C2B3-2C34-43D4-A75A-246BB52F6777}" presName="text" presStyleLbl="fgAcc0" presStyleIdx="1" presStyleCnt="2">
        <dgm:presLayoutVars>
          <dgm:chPref val="3"/>
        </dgm:presLayoutVars>
      </dgm:prSet>
      <dgm:spPr/>
    </dgm:pt>
    <dgm:pt modelId="{600D92B4-73BF-40F1-B1AB-C43526BABD5D}" type="pres">
      <dgm:prSet presAssocID="{5539C2B3-2C34-43D4-A75A-246BB52F6777}" presName="hierChild2" presStyleCnt="0"/>
      <dgm:spPr/>
    </dgm:pt>
  </dgm:ptLst>
  <dgm:cxnLst>
    <dgm:cxn modelId="{59328A25-15D3-448B-AA0E-4D5A8B62CF4D}" srcId="{0ABC5816-B679-4043-ACF3-F0F51837FA67}" destId="{F5B87E85-FA32-4856-BE77-509272F8C112}" srcOrd="0" destOrd="0" parTransId="{C29F0273-81CA-4C99-89D1-6F9574198C98}" sibTransId="{34B49822-A611-40B6-ADA4-D472BF4CCCFD}"/>
    <dgm:cxn modelId="{5FA25E34-0584-4022-9D92-F33069A0BC05}" type="presOf" srcId="{0ABC5816-B679-4043-ACF3-F0F51837FA67}" destId="{7DD2F240-8C49-4D9F-B8F4-51210159ECC2}" srcOrd="0" destOrd="0" presId="urn:microsoft.com/office/officeart/2005/8/layout/hierarchy1"/>
    <dgm:cxn modelId="{8E598C63-D56D-45B4-B53A-F4C5AA0FDEB0}" srcId="{0ABC5816-B679-4043-ACF3-F0F51837FA67}" destId="{5539C2B3-2C34-43D4-A75A-246BB52F6777}" srcOrd="1" destOrd="0" parTransId="{8BF0F110-49FB-4A7D-AF31-EA7DB683A9D2}" sibTransId="{78889EC1-233A-4EA4-AD64-72D8C9427E64}"/>
    <dgm:cxn modelId="{0517147B-FFC3-4470-AF6A-873E6555065F}" type="presOf" srcId="{5539C2B3-2C34-43D4-A75A-246BB52F6777}" destId="{684890E3-77F8-47E2-BDE6-50EACDBB2B2F}" srcOrd="0" destOrd="0" presId="urn:microsoft.com/office/officeart/2005/8/layout/hierarchy1"/>
    <dgm:cxn modelId="{AF024DE7-9FEC-43F3-8ED4-97816D3C7E53}" type="presOf" srcId="{F5B87E85-FA32-4856-BE77-509272F8C112}" destId="{19D705D5-9099-447C-9260-4FFC47CF14D9}" srcOrd="0" destOrd="0" presId="urn:microsoft.com/office/officeart/2005/8/layout/hierarchy1"/>
    <dgm:cxn modelId="{B03B729B-A616-4C91-96E6-CACC8AD90BAB}" type="presParOf" srcId="{7DD2F240-8C49-4D9F-B8F4-51210159ECC2}" destId="{81840B0E-1824-4604-911D-DDD60C06BA6C}" srcOrd="0" destOrd="0" presId="urn:microsoft.com/office/officeart/2005/8/layout/hierarchy1"/>
    <dgm:cxn modelId="{509F513D-9093-475E-8969-A61AE882D1D7}" type="presParOf" srcId="{81840B0E-1824-4604-911D-DDD60C06BA6C}" destId="{EA235475-4E96-4953-AFF5-DAB906F70415}" srcOrd="0" destOrd="0" presId="urn:microsoft.com/office/officeart/2005/8/layout/hierarchy1"/>
    <dgm:cxn modelId="{C8E3BC0A-5C37-4C04-AEA1-C6B4C582F557}" type="presParOf" srcId="{EA235475-4E96-4953-AFF5-DAB906F70415}" destId="{AEC639C5-0CEC-4C87-B9E6-83CCF9A328A3}" srcOrd="0" destOrd="0" presId="urn:microsoft.com/office/officeart/2005/8/layout/hierarchy1"/>
    <dgm:cxn modelId="{8B59013B-5AAF-4EFE-8F6D-28F35B5EE1E7}" type="presParOf" srcId="{EA235475-4E96-4953-AFF5-DAB906F70415}" destId="{19D705D5-9099-447C-9260-4FFC47CF14D9}" srcOrd="1" destOrd="0" presId="urn:microsoft.com/office/officeart/2005/8/layout/hierarchy1"/>
    <dgm:cxn modelId="{2CCE1AA8-BE8D-4ED2-8C71-C8FAF4EF5EB2}" type="presParOf" srcId="{81840B0E-1824-4604-911D-DDD60C06BA6C}" destId="{53B7749E-022B-420D-B3E4-EB85305E1FD5}" srcOrd="1" destOrd="0" presId="urn:microsoft.com/office/officeart/2005/8/layout/hierarchy1"/>
    <dgm:cxn modelId="{000ED937-F560-4DF4-8D2C-65B2B17C5ACC}" type="presParOf" srcId="{7DD2F240-8C49-4D9F-B8F4-51210159ECC2}" destId="{75B4AA26-12F8-4C18-98D2-C17A9F4F98B9}" srcOrd="1" destOrd="0" presId="urn:microsoft.com/office/officeart/2005/8/layout/hierarchy1"/>
    <dgm:cxn modelId="{0E01B927-055A-4D09-9CC0-84E2E8B8C6F2}" type="presParOf" srcId="{75B4AA26-12F8-4C18-98D2-C17A9F4F98B9}" destId="{CC3B2911-296F-4166-8CDD-B56C278D7B4D}" srcOrd="0" destOrd="0" presId="urn:microsoft.com/office/officeart/2005/8/layout/hierarchy1"/>
    <dgm:cxn modelId="{E007C055-FAFA-4C66-AEF0-6F4D92C62974}" type="presParOf" srcId="{CC3B2911-296F-4166-8CDD-B56C278D7B4D}" destId="{3DB43A1E-FEFE-45D6-A8CC-4BF40DCDC138}" srcOrd="0" destOrd="0" presId="urn:microsoft.com/office/officeart/2005/8/layout/hierarchy1"/>
    <dgm:cxn modelId="{C1C870DC-6527-4720-9575-48C48BD2704B}" type="presParOf" srcId="{CC3B2911-296F-4166-8CDD-B56C278D7B4D}" destId="{684890E3-77F8-47E2-BDE6-50EACDBB2B2F}" srcOrd="1" destOrd="0" presId="urn:microsoft.com/office/officeart/2005/8/layout/hierarchy1"/>
    <dgm:cxn modelId="{340EEE49-9F87-4ECB-9BC0-66FE1FEB9D20}" type="presParOf" srcId="{75B4AA26-12F8-4C18-98D2-C17A9F4F98B9}" destId="{600D92B4-73BF-40F1-B1AB-C43526BABD5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129E64E-2925-47E0-BA9B-0BE0D68BC782}" type="doc">
      <dgm:prSet loTypeId="urn:microsoft.com/office/officeart/2005/8/layout/hierarchy1" loCatId="hierarchy" qsTypeId="urn:microsoft.com/office/officeart/2005/8/quickstyle/simple4" qsCatId="simple" csTypeId="urn:microsoft.com/office/officeart/2005/8/colors/colorful2" csCatId="colorful"/>
      <dgm:spPr/>
      <dgm:t>
        <a:bodyPr/>
        <a:lstStyle/>
        <a:p>
          <a:endParaRPr lang="en-US"/>
        </a:p>
      </dgm:t>
    </dgm:pt>
    <dgm:pt modelId="{4025C653-A43E-4578-B1B9-29BD545E6979}">
      <dgm:prSet/>
      <dgm:spPr/>
      <dgm:t>
        <a:bodyPr/>
        <a:lstStyle/>
        <a:p>
          <a:r>
            <a:rPr lang="en-US" b="1"/>
            <a:t>Week 5 – Dashboard Development:</a:t>
          </a:r>
          <a:br>
            <a:rPr lang="en-US"/>
          </a:br>
          <a:r>
            <a:rPr lang="en-US"/>
            <a:t>A visual and interactive dashboard will be designed using Tableau, Power BI, or a similar tool to present the analytical findings.</a:t>
          </a:r>
          <a:br>
            <a:rPr lang="en-US"/>
          </a:br>
          <a:r>
            <a:rPr lang="en-US"/>
            <a:t>The dashboard will display key metrics such as the total number of trips, most frequent destinations, and average ticket prices, with interactive filters for user exploration.</a:t>
          </a:r>
        </a:p>
      </dgm:t>
    </dgm:pt>
    <dgm:pt modelId="{70C0480C-21E7-45ED-9067-CE3E655E3AEA}" type="parTrans" cxnId="{0EBCFD84-8DFF-40A1-B329-0A7EED8F9E21}">
      <dgm:prSet/>
      <dgm:spPr/>
      <dgm:t>
        <a:bodyPr/>
        <a:lstStyle/>
        <a:p>
          <a:endParaRPr lang="en-US"/>
        </a:p>
      </dgm:t>
    </dgm:pt>
    <dgm:pt modelId="{4DCAE8B9-D62D-4123-9A7C-E107DD82E885}" type="sibTrans" cxnId="{0EBCFD84-8DFF-40A1-B329-0A7EED8F9E21}">
      <dgm:prSet/>
      <dgm:spPr/>
      <dgm:t>
        <a:bodyPr/>
        <a:lstStyle/>
        <a:p>
          <a:endParaRPr lang="en-US"/>
        </a:p>
      </dgm:t>
    </dgm:pt>
    <dgm:pt modelId="{AFAE16C9-1B77-4560-94D3-182F19B18966}">
      <dgm:prSet/>
      <dgm:spPr/>
      <dgm:t>
        <a:bodyPr/>
        <a:lstStyle/>
        <a:p>
          <a:r>
            <a:rPr lang="en-US" b="1"/>
            <a:t>Week 6 – Review and Optimization:</a:t>
          </a:r>
          <a:br>
            <a:rPr lang="en-US"/>
          </a:br>
          <a:r>
            <a:rPr lang="en-US"/>
            <a:t>The analytical results and dashboard design will be reviewed and refined to ensure accuracy, clarity, and usability.</a:t>
          </a:r>
          <a:br>
            <a:rPr lang="en-US"/>
          </a:br>
          <a:r>
            <a:rPr lang="en-US"/>
            <a:t>An executive summary will be prepared to highlight the main findings and insights derived from the data.</a:t>
          </a:r>
        </a:p>
      </dgm:t>
    </dgm:pt>
    <dgm:pt modelId="{0E1DE1A3-9DAB-4056-8848-91214E43BC9F}" type="parTrans" cxnId="{AFCB7AC2-63EE-4AA6-9D2A-993346415AE1}">
      <dgm:prSet/>
      <dgm:spPr/>
      <dgm:t>
        <a:bodyPr/>
        <a:lstStyle/>
        <a:p>
          <a:endParaRPr lang="en-US"/>
        </a:p>
      </dgm:t>
    </dgm:pt>
    <dgm:pt modelId="{68E154AE-90C2-4993-B177-EA8DF56F8703}" type="sibTrans" cxnId="{AFCB7AC2-63EE-4AA6-9D2A-993346415AE1}">
      <dgm:prSet/>
      <dgm:spPr/>
      <dgm:t>
        <a:bodyPr/>
        <a:lstStyle/>
        <a:p>
          <a:endParaRPr lang="en-US"/>
        </a:p>
      </dgm:t>
    </dgm:pt>
    <dgm:pt modelId="{56066324-51F8-4F9A-A9BA-9DEFCC73437A}" type="pres">
      <dgm:prSet presAssocID="{6129E64E-2925-47E0-BA9B-0BE0D68BC782}" presName="hierChild1" presStyleCnt="0">
        <dgm:presLayoutVars>
          <dgm:chPref val="1"/>
          <dgm:dir/>
          <dgm:animOne val="branch"/>
          <dgm:animLvl val="lvl"/>
          <dgm:resizeHandles/>
        </dgm:presLayoutVars>
      </dgm:prSet>
      <dgm:spPr/>
    </dgm:pt>
    <dgm:pt modelId="{79AD32D8-49A2-49E0-907F-528BF7DA92B6}" type="pres">
      <dgm:prSet presAssocID="{4025C653-A43E-4578-B1B9-29BD545E6979}" presName="hierRoot1" presStyleCnt="0"/>
      <dgm:spPr/>
    </dgm:pt>
    <dgm:pt modelId="{BF04283D-8513-45BA-87DD-33A945C6A734}" type="pres">
      <dgm:prSet presAssocID="{4025C653-A43E-4578-B1B9-29BD545E6979}" presName="composite" presStyleCnt="0"/>
      <dgm:spPr/>
    </dgm:pt>
    <dgm:pt modelId="{7F189816-CF73-42ED-9CB3-61026F3ACADC}" type="pres">
      <dgm:prSet presAssocID="{4025C653-A43E-4578-B1B9-29BD545E6979}" presName="background" presStyleLbl="node0" presStyleIdx="0" presStyleCnt="2"/>
      <dgm:spPr/>
    </dgm:pt>
    <dgm:pt modelId="{686C2A76-DDCF-4440-9FB6-C1DF17636E58}" type="pres">
      <dgm:prSet presAssocID="{4025C653-A43E-4578-B1B9-29BD545E6979}" presName="text" presStyleLbl="fgAcc0" presStyleIdx="0" presStyleCnt="2">
        <dgm:presLayoutVars>
          <dgm:chPref val="3"/>
        </dgm:presLayoutVars>
      </dgm:prSet>
      <dgm:spPr/>
    </dgm:pt>
    <dgm:pt modelId="{BE08A0E3-3673-4358-922C-139C6F146305}" type="pres">
      <dgm:prSet presAssocID="{4025C653-A43E-4578-B1B9-29BD545E6979}" presName="hierChild2" presStyleCnt="0"/>
      <dgm:spPr/>
    </dgm:pt>
    <dgm:pt modelId="{DB5DC45F-7484-471E-A96A-1D299FE770A0}" type="pres">
      <dgm:prSet presAssocID="{AFAE16C9-1B77-4560-94D3-182F19B18966}" presName="hierRoot1" presStyleCnt="0"/>
      <dgm:spPr/>
    </dgm:pt>
    <dgm:pt modelId="{101B4D93-C0E1-4A12-AA75-FAC943758262}" type="pres">
      <dgm:prSet presAssocID="{AFAE16C9-1B77-4560-94D3-182F19B18966}" presName="composite" presStyleCnt="0"/>
      <dgm:spPr/>
    </dgm:pt>
    <dgm:pt modelId="{ECF10026-C16E-445A-8CDD-B3EF12D9A088}" type="pres">
      <dgm:prSet presAssocID="{AFAE16C9-1B77-4560-94D3-182F19B18966}" presName="background" presStyleLbl="node0" presStyleIdx="1" presStyleCnt="2"/>
      <dgm:spPr/>
    </dgm:pt>
    <dgm:pt modelId="{A76B405C-BF72-4F97-AF67-90C4E8799320}" type="pres">
      <dgm:prSet presAssocID="{AFAE16C9-1B77-4560-94D3-182F19B18966}" presName="text" presStyleLbl="fgAcc0" presStyleIdx="1" presStyleCnt="2">
        <dgm:presLayoutVars>
          <dgm:chPref val="3"/>
        </dgm:presLayoutVars>
      </dgm:prSet>
      <dgm:spPr/>
    </dgm:pt>
    <dgm:pt modelId="{1A4A7FF3-8F00-4D46-B453-48B4BCF915D5}" type="pres">
      <dgm:prSet presAssocID="{AFAE16C9-1B77-4560-94D3-182F19B18966}" presName="hierChild2" presStyleCnt="0"/>
      <dgm:spPr/>
    </dgm:pt>
  </dgm:ptLst>
  <dgm:cxnLst>
    <dgm:cxn modelId="{1A180D20-D5E4-42F3-8878-AF07236C316B}" type="presOf" srcId="{AFAE16C9-1B77-4560-94D3-182F19B18966}" destId="{A76B405C-BF72-4F97-AF67-90C4E8799320}" srcOrd="0" destOrd="0" presId="urn:microsoft.com/office/officeart/2005/8/layout/hierarchy1"/>
    <dgm:cxn modelId="{0EBCFD84-8DFF-40A1-B329-0A7EED8F9E21}" srcId="{6129E64E-2925-47E0-BA9B-0BE0D68BC782}" destId="{4025C653-A43E-4578-B1B9-29BD545E6979}" srcOrd="0" destOrd="0" parTransId="{70C0480C-21E7-45ED-9067-CE3E655E3AEA}" sibTransId="{4DCAE8B9-D62D-4123-9A7C-E107DD82E885}"/>
    <dgm:cxn modelId="{4E5AF99E-F09B-46C1-B35E-01242148B39B}" type="presOf" srcId="{4025C653-A43E-4578-B1B9-29BD545E6979}" destId="{686C2A76-DDCF-4440-9FB6-C1DF17636E58}" srcOrd="0" destOrd="0" presId="urn:microsoft.com/office/officeart/2005/8/layout/hierarchy1"/>
    <dgm:cxn modelId="{7182D4A7-9495-47FA-BC45-14AC27FE132C}" type="presOf" srcId="{6129E64E-2925-47E0-BA9B-0BE0D68BC782}" destId="{56066324-51F8-4F9A-A9BA-9DEFCC73437A}" srcOrd="0" destOrd="0" presId="urn:microsoft.com/office/officeart/2005/8/layout/hierarchy1"/>
    <dgm:cxn modelId="{AFCB7AC2-63EE-4AA6-9D2A-993346415AE1}" srcId="{6129E64E-2925-47E0-BA9B-0BE0D68BC782}" destId="{AFAE16C9-1B77-4560-94D3-182F19B18966}" srcOrd="1" destOrd="0" parTransId="{0E1DE1A3-9DAB-4056-8848-91214E43BC9F}" sibTransId="{68E154AE-90C2-4993-B177-EA8DF56F8703}"/>
    <dgm:cxn modelId="{1E1E5C7C-20BB-4F23-A461-4E50AE048A61}" type="presParOf" srcId="{56066324-51F8-4F9A-A9BA-9DEFCC73437A}" destId="{79AD32D8-49A2-49E0-907F-528BF7DA92B6}" srcOrd="0" destOrd="0" presId="urn:microsoft.com/office/officeart/2005/8/layout/hierarchy1"/>
    <dgm:cxn modelId="{0C287D3E-8C97-44AD-AF57-3063E5D294D8}" type="presParOf" srcId="{79AD32D8-49A2-49E0-907F-528BF7DA92B6}" destId="{BF04283D-8513-45BA-87DD-33A945C6A734}" srcOrd="0" destOrd="0" presId="urn:microsoft.com/office/officeart/2005/8/layout/hierarchy1"/>
    <dgm:cxn modelId="{DF685C3C-A072-4E2C-8ED2-2A3322DABAE9}" type="presParOf" srcId="{BF04283D-8513-45BA-87DD-33A945C6A734}" destId="{7F189816-CF73-42ED-9CB3-61026F3ACADC}" srcOrd="0" destOrd="0" presId="urn:microsoft.com/office/officeart/2005/8/layout/hierarchy1"/>
    <dgm:cxn modelId="{10CB7F7D-DC0C-42C4-9084-B9DC4FAE4282}" type="presParOf" srcId="{BF04283D-8513-45BA-87DD-33A945C6A734}" destId="{686C2A76-DDCF-4440-9FB6-C1DF17636E58}" srcOrd="1" destOrd="0" presId="urn:microsoft.com/office/officeart/2005/8/layout/hierarchy1"/>
    <dgm:cxn modelId="{49466166-6A2F-42F6-A66F-5C6F5D7372D3}" type="presParOf" srcId="{79AD32D8-49A2-49E0-907F-528BF7DA92B6}" destId="{BE08A0E3-3673-4358-922C-139C6F146305}" srcOrd="1" destOrd="0" presId="urn:microsoft.com/office/officeart/2005/8/layout/hierarchy1"/>
    <dgm:cxn modelId="{02C9F05F-99DA-4CD6-891F-AE95D484F059}" type="presParOf" srcId="{56066324-51F8-4F9A-A9BA-9DEFCC73437A}" destId="{DB5DC45F-7484-471E-A96A-1D299FE770A0}" srcOrd="1" destOrd="0" presId="urn:microsoft.com/office/officeart/2005/8/layout/hierarchy1"/>
    <dgm:cxn modelId="{C5B3195A-DF1F-41FB-9E17-68A030FAFEAD}" type="presParOf" srcId="{DB5DC45F-7484-471E-A96A-1D299FE770A0}" destId="{101B4D93-C0E1-4A12-AA75-FAC943758262}" srcOrd="0" destOrd="0" presId="urn:microsoft.com/office/officeart/2005/8/layout/hierarchy1"/>
    <dgm:cxn modelId="{6AEF68EB-47BB-40FA-986D-BD844EE96EED}" type="presParOf" srcId="{101B4D93-C0E1-4A12-AA75-FAC943758262}" destId="{ECF10026-C16E-445A-8CDD-B3EF12D9A088}" srcOrd="0" destOrd="0" presId="urn:microsoft.com/office/officeart/2005/8/layout/hierarchy1"/>
    <dgm:cxn modelId="{E435501E-5978-4ED7-BBB7-430D732CE9A7}" type="presParOf" srcId="{101B4D93-C0E1-4A12-AA75-FAC943758262}" destId="{A76B405C-BF72-4F97-AF67-90C4E8799320}" srcOrd="1" destOrd="0" presId="urn:microsoft.com/office/officeart/2005/8/layout/hierarchy1"/>
    <dgm:cxn modelId="{495DE60C-EAA9-4E64-9C39-511BE8182EA6}" type="presParOf" srcId="{DB5DC45F-7484-471E-A96A-1D299FE770A0}" destId="{1A4A7FF3-8F00-4D46-B453-48B4BCF915D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129E64E-2925-47E0-BA9B-0BE0D68BC782}" type="doc">
      <dgm:prSet loTypeId="urn:microsoft.com/office/officeart/2005/8/layout/hierarchy1" loCatId="hierarchy" qsTypeId="urn:microsoft.com/office/officeart/2005/8/quickstyle/simple4" qsCatId="simple" csTypeId="urn:microsoft.com/office/officeart/2005/8/colors/colorful2" csCatId="colorful" phldr="1"/>
      <dgm:spPr/>
      <dgm:t>
        <a:bodyPr/>
        <a:lstStyle/>
        <a:p>
          <a:endParaRPr lang="en-US"/>
        </a:p>
      </dgm:t>
    </dgm:pt>
    <dgm:pt modelId="{AFAE16C9-1B77-4560-94D3-182F19B18966}">
      <dgm:prSet/>
      <dgm:spPr/>
      <dgm:t>
        <a:bodyPr/>
        <a:lstStyle/>
        <a:p>
          <a:r>
            <a:rPr lang="en-US" b="1" dirty="0">
              <a:effectLst/>
            </a:rPr>
            <a:t>Week 7 – Final Presentation and Submission:</a:t>
          </a:r>
          <a:br>
            <a:rPr lang="en-US" dirty="0">
              <a:effectLst/>
            </a:rPr>
          </a:br>
          <a:r>
            <a:rPr lang="en-US" dirty="0">
              <a:effectLst/>
            </a:rPr>
            <a:t>The final project deliverables—including the cleaned dataset, analysis files, and interactive dashboard—will be compiled and presented.</a:t>
          </a:r>
          <a:br>
            <a:rPr lang="en-US" dirty="0">
              <a:effectLst/>
            </a:rPr>
          </a:br>
          <a:r>
            <a:rPr lang="en-US" dirty="0">
              <a:effectLst/>
            </a:rPr>
            <a:t>Key results and recommendations for improving train service planning will be discussed during the final review.</a:t>
          </a:r>
          <a:endParaRPr lang="en-US" dirty="0"/>
        </a:p>
      </dgm:t>
    </dgm:pt>
    <dgm:pt modelId="{0E1DE1A3-9DAB-4056-8848-91214E43BC9F}" type="parTrans" cxnId="{AFCB7AC2-63EE-4AA6-9D2A-993346415AE1}">
      <dgm:prSet/>
      <dgm:spPr/>
      <dgm:t>
        <a:bodyPr/>
        <a:lstStyle/>
        <a:p>
          <a:endParaRPr lang="en-US"/>
        </a:p>
      </dgm:t>
    </dgm:pt>
    <dgm:pt modelId="{68E154AE-90C2-4993-B177-EA8DF56F8703}" type="sibTrans" cxnId="{AFCB7AC2-63EE-4AA6-9D2A-993346415AE1}">
      <dgm:prSet/>
      <dgm:spPr/>
      <dgm:t>
        <a:bodyPr/>
        <a:lstStyle/>
        <a:p>
          <a:endParaRPr lang="en-US"/>
        </a:p>
      </dgm:t>
    </dgm:pt>
    <dgm:pt modelId="{56066324-51F8-4F9A-A9BA-9DEFCC73437A}" type="pres">
      <dgm:prSet presAssocID="{6129E64E-2925-47E0-BA9B-0BE0D68BC782}" presName="hierChild1" presStyleCnt="0">
        <dgm:presLayoutVars>
          <dgm:chPref val="1"/>
          <dgm:dir/>
          <dgm:animOne val="branch"/>
          <dgm:animLvl val="lvl"/>
          <dgm:resizeHandles/>
        </dgm:presLayoutVars>
      </dgm:prSet>
      <dgm:spPr/>
    </dgm:pt>
    <dgm:pt modelId="{DB5DC45F-7484-471E-A96A-1D299FE770A0}" type="pres">
      <dgm:prSet presAssocID="{AFAE16C9-1B77-4560-94D3-182F19B18966}" presName="hierRoot1" presStyleCnt="0"/>
      <dgm:spPr/>
    </dgm:pt>
    <dgm:pt modelId="{101B4D93-C0E1-4A12-AA75-FAC943758262}" type="pres">
      <dgm:prSet presAssocID="{AFAE16C9-1B77-4560-94D3-182F19B18966}" presName="composite" presStyleCnt="0"/>
      <dgm:spPr/>
    </dgm:pt>
    <dgm:pt modelId="{ECF10026-C16E-445A-8CDD-B3EF12D9A088}" type="pres">
      <dgm:prSet presAssocID="{AFAE16C9-1B77-4560-94D3-182F19B18966}" presName="background" presStyleLbl="node0" presStyleIdx="0" presStyleCnt="1"/>
      <dgm:spPr/>
    </dgm:pt>
    <dgm:pt modelId="{A76B405C-BF72-4F97-AF67-90C4E8799320}" type="pres">
      <dgm:prSet presAssocID="{AFAE16C9-1B77-4560-94D3-182F19B18966}" presName="text" presStyleLbl="fgAcc0" presStyleIdx="0" presStyleCnt="1">
        <dgm:presLayoutVars>
          <dgm:chPref val="3"/>
        </dgm:presLayoutVars>
      </dgm:prSet>
      <dgm:spPr/>
    </dgm:pt>
    <dgm:pt modelId="{1A4A7FF3-8F00-4D46-B453-48B4BCF915D5}" type="pres">
      <dgm:prSet presAssocID="{AFAE16C9-1B77-4560-94D3-182F19B18966}" presName="hierChild2" presStyleCnt="0"/>
      <dgm:spPr/>
    </dgm:pt>
  </dgm:ptLst>
  <dgm:cxnLst>
    <dgm:cxn modelId="{1A180D20-D5E4-42F3-8878-AF07236C316B}" type="presOf" srcId="{AFAE16C9-1B77-4560-94D3-182F19B18966}" destId="{A76B405C-BF72-4F97-AF67-90C4E8799320}" srcOrd="0" destOrd="0" presId="urn:microsoft.com/office/officeart/2005/8/layout/hierarchy1"/>
    <dgm:cxn modelId="{7182D4A7-9495-47FA-BC45-14AC27FE132C}" type="presOf" srcId="{6129E64E-2925-47E0-BA9B-0BE0D68BC782}" destId="{56066324-51F8-4F9A-A9BA-9DEFCC73437A}" srcOrd="0" destOrd="0" presId="urn:microsoft.com/office/officeart/2005/8/layout/hierarchy1"/>
    <dgm:cxn modelId="{AFCB7AC2-63EE-4AA6-9D2A-993346415AE1}" srcId="{6129E64E-2925-47E0-BA9B-0BE0D68BC782}" destId="{AFAE16C9-1B77-4560-94D3-182F19B18966}" srcOrd="0" destOrd="0" parTransId="{0E1DE1A3-9DAB-4056-8848-91214E43BC9F}" sibTransId="{68E154AE-90C2-4993-B177-EA8DF56F8703}"/>
    <dgm:cxn modelId="{02C9F05F-99DA-4CD6-891F-AE95D484F059}" type="presParOf" srcId="{56066324-51F8-4F9A-A9BA-9DEFCC73437A}" destId="{DB5DC45F-7484-471E-A96A-1D299FE770A0}" srcOrd="0" destOrd="0" presId="urn:microsoft.com/office/officeart/2005/8/layout/hierarchy1"/>
    <dgm:cxn modelId="{C5B3195A-DF1F-41FB-9E17-68A030FAFEAD}" type="presParOf" srcId="{DB5DC45F-7484-471E-A96A-1D299FE770A0}" destId="{101B4D93-C0E1-4A12-AA75-FAC943758262}" srcOrd="0" destOrd="0" presId="urn:microsoft.com/office/officeart/2005/8/layout/hierarchy1"/>
    <dgm:cxn modelId="{6AEF68EB-47BB-40FA-986D-BD844EE96EED}" type="presParOf" srcId="{101B4D93-C0E1-4A12-AA75-FAC943758262}" destId="{ECF10026-C16E-445A-8CDD-B3EF12D9A088}" srcOrd="0" destOrd="0" presId="urn:microsoft.com/office/officeart/2005/8/layout/hierarchy1"/>
    <dgm:cxn modelId="{E435501E-5978-4ED7-BBB7-430D732CE9A7}" type="presParOf" srcId="{101B4D93-C0E1-4A12-AA75-FAC943758262}" destId="{A76B405C-BF72-4F97-AF67-90C4E8799320}" srcOrd="1" destOrd="0" presId="urn:microsoft.com/office/officeart/2005/8/layout/hierarchy1"/>
    <dgm:cxn modelId="{495DE60C-EAA9-4E64-9C39-511BE8182EA6}" type="presParOf" srcId="{DB5DC45F-7484-471E-A96A-1D299FE770A0}" destId="{1A4A7FF3-8F00-4D46-B453-48B4BCF915D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E072759-477D-43EC-9864-4BACC279D752}"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1E5224D5-7F5F-40A9-9049-185314F94F7F}">
      <dgm:prSet/>
      <dgm:spPr/>
      <dgm:t>
        <a:bodyPr/>
        <a:lstStyle/>
        <a:p>
          <a:pPr>
            <a:lnSpc>
              <a:spcPct val="100000"/>
            </a:lnSpc>
            <a:defRPr b="1"/>
          </a:pPr>
          <a:r>
            <a:rPr lang="en-US" b="1"/>
            <a:t>Data Cleaning &amp; Processing</a:t>
          </a:r>
          <a:endParaRPr lang="en-US"/>
        </a:p>
      </dgm:t>
    </dgm:pt>
    <dgm:pt modelId="{09678675-A29D-4C64-AC0A-CAEAA5CA3C20}" type="parTrans" cxnId="{BE134243-49D7-488A-9562-ACF8E3D4EAAD}">
      <dgm:prSet/>
      <dgm:spPr/>
      <dgm:t>
        <a:bodyPr/>
        <a:lstStyle/>
        <a:p>
          <a:endParaRPr lang="en-US"/>
        </a:p>
      </dgm:t>
    </dgm:pt>
    <dgm:pt modelId="{F978A726-A95A-41F9-9EE0-B397E39528FB}" type="sibTrans" cxnId="{BE134243-49D7-488A-9562-ACF8E3D4EAAD}">
      <dgm:prSet/>
      <dgm:spPr/>
      <dgm:t>
        <a:bodyPr/>
        <a:lstStyle/>
        <a:p>
          <a:endParaRPr lang="en-US"/>
        </a:p>
      </dgm:t>
    </dgm:pt>
    <dgm:pt modelId="{E6862F94-D486-4D07-8DA4-A61EF1B2ED36}">
      <dgm:prSet/>
      <dgm:spPr/>
      <dgm:t>
        <a:bodyPr/>
        <a:lstStyle/>
        <a:p>
          <a:pPr>
            <a:lnSpc>
              <a:spcPct val="100000"/>
            </a:lnSpc>
          </a:pPr>
          <a:r>
            <a:rPr lang="en-US"/>
            <a:t>100% of missing or duplicate data will be identified and handled effectively.</a:t>
          </a:r>
        </a:p>
      </dgm:t>
    </dgm:pt>
    <dgm:pt modelId="{007529A5-188A-4017-8F19-A7F0F9B87B20}" type="parTrans" cxnId="{B8902E6A-E252-41E3-9002-7C01C017D8EC}">
      <dgm:prSet/>
      <dgm:spPr/>
      <dgm:t>
        <a:bodyPr/>
        <a:lstStyle/>
        <a:p>
          <a:endParaRPr lang="en-US"/>
        </a:p>
      </dgm:t>
    </dgm:pt>
    <dgm:pt modelId="{F3ACDB9F-9622-4F9E-8AD0-F3BF02AEC867}" type="sibTrans" cxnId="{B8902E6A-E252-41E3-9002-7C01C017D8EC}">
      <dgm:prSet/>
      <dgm:spPr/>
      <dgm:t>
        <a:bodyPr/>
        <a:lstStyle/>
        <a:p>
          <a:endParaRPr lang="en-US"/>
        </a:p>
      </dgm:t>
    </dgm:pt>
    <dgm:pt modelId="{CE9A965B-146F-4B2F-9E66-EF49E02FB5F7}">
      <dgm:prSet/>
      <dgm:spPr/>
      <dgm:t>
        <a:bodyPr/>
        <a:lstStyle/>
        <a:p>
          <a:pPr>
            <a:lnSpc>
              <a:spcPct val="100000"/>
            </a:lnSpc>
          </a:pPr>
          <a:r>
            <a:rPr lang="en-US"/>
            <a:t>All data types (dates, text, and numeric values) will be standardized for accurate analysis.</a:t>
          </a:r>
        </a:p>
      </dgm:t>
    </dgm:pt>
    <dgm:pt modelId="{6AADFC16-D0D7-45A5-9009-83643263FA99}" type="parTrans" cxnId="{704B6F53-3B8E-4B5B-8766-09660090804E}">
      <dgm:prSet/>
      <dgm:spPr/>
      <dgm:t>
        <a:bodyPr/>
        <a:lstStyle/>
        <a:p>
          <a:endParaRPr lang="en-US"/>
        </a:p>
      </dgm:t>
    </dgm:pt>
    <dgm:pt modelId="{0057CA1C-D2BA-4044-BE34-2C1EED755E84}" type="sibTrans" cxnId="{704B6F53-3B8E-4B5B-8766-09660090804E}">
      <dgm:prSet/>
      <dgm:spPr/>
      <dgm:t>
        <a:bodyPr/>
        <a:lstStyle/>
        <a:p>
          <a:endParaRPr lang="en-US"/>
        </a:p>
      </dgm:t>
    </dgm:pt>
    <dgm:pt modelId="{0ED11DFC-5421-4444-B45F-6A01AC318EE6}">
      <dgm:prSet/>
      <dgm:spPr/>
      <dgm:t>
        <a:bodyPr/>
        <a:lstStyle/>
        <a:p>
          <a:pPr>
            <a:lnSpc>
              <a:spcPct val="100000"/>
            </a:lnSpc>
          </a:pPr>
          <a:r>
            <a:rPr lang="en-US"/>
            <a:t>Data validation checks will be conducted to ensure consistency across all variables.</a:t>
          </a:r>
        </a:p>
      </dgm:t>
    </dgm:pt>
    <dgm:pt modelId="{F7938651-BF6C-4007-A1C5-3EEB65690088}" type="parTrans" cxnId="{5D9D7346-C7FF-46E4-B1EF-1BA462A90AD4}">
      <dgm:prSet/>
      <dgm:spPr/>
      <dgm:t>
        <a:bodyPr/>
        <a:lstStyle/>
        <a:p>
          <a:endParaRPr lang="en-US"/>
        </a:p>
      </dgm:t>
    </dgm:pt>
    <dgm:pt modelId="{AFC4D2E9-3318-403A-905E-45253A608058}" type="sibTrans" cxnId="{5D9D7346-C7FF-46E4-B1EF-1BA462A90AD4}">
      <dgm:prSet/>
      <dgm:spPr/>
      <dgm:t>
        <a:bodyPr/>
        <a:lstStyle/>
        <a:p>
          <a:endParaRPr lang="en-US"/>
        </a:p>
      </dgm:t>
    </dgm:pt>
    <dgm:pt modelId="{373813AB-7398-4084-B09B-5523BC427F70}">
      <dgm:prSet/>
      <dgm:spPr/>
      <dgm:t>
        <a:bodyPr/>
        <a:lstStyle/>
        <a:p>
          <a:pPr>
            <a:lnSpc>
              <a:spcPct val="100000"/>
            </a:lnSpc>
            <a:defRPr b="1"/>
          </a:pPr>
          <a:r>
            <a:rPr lang="en-US" b="1"/>
            <a:t>Analysis &amp; Insights</a:t>
          </a:r>
          <a:endParaRPr lang="en-US"/>
        </a:p>
      </dgm:t>
    </dgm:pt>
    <dgm:pt modelId="{0071F9D1-26E0-4CF1-887E-201ED08C4A42}" type="parTrans" cxnId="{3E481250-7570-4A80-91B9-EE639CF21805}">
      <dgm:prSet/>
      <dgm:spPr/>
      <dgm:t>
        <a:bodyPr/>
        <a:lstStyle/>
        <a:p>
          <a:endParaRPr lang="en-US"/>
        </a:p>
      </dgm:t>
    </dgm:pt>
    <dgm:pt modelId="{E6CC53F5-F505-4347-80DE-CC6894C871FE}" type="sibTrans" cxnId="{3E481250-7570-4A80-91B9-EE639CF21805}">
      <dgm:prSet/>
      <dgm:spPr/>
      <dgm:t>
        <a:bodyPr/>
        <a:lstStyle/>
        <a:p>
          <a:endParaRPr lang="en-US"/>
        </a:p>
      </dgm:t>
    </dgm:pt>
    <dgm:pt modelId="{68C01BF8-F1EC-48B0-BA8E-F9328FADA318}">
      <dgm:prSet/>
      <dgm:spPr/>
      <dgm:t>
        <a:bodyPr/>
        <a:lstStyle/>
        <a:p>
          <a:pPr>
            <a:lnSpc>
              <a:spcPct val="100000"/>
            </a:lnSpc>
          </a:pPr>
          <a:r>
            <a:rPr lang="en-US"/>
            <a:t>At least </a:t>
          </a:r>
          <a:r>
            <a:rPr lang="en-US" b="1"/>
            <a:t>90%</a:t>
          </a:r>
          <a:r>
            <a:rPr lang="en-US"/>
            <a:t> of the predefined analytical questions will be answered accurately (e.g., average trip duration, most frequent routes, pricing trends).</a:t>
          </a:r>
        </a:p>
      </dgm:t>
    </dgm:pt>
    <dgm:pt modelId="{AB15AAEA-FB7D-4D56-8990-9C71ACF6F0F8}" type="parTrans" cxnId="{BE11410C-F91B-42D8-A156-BCA920A6F5AC}">
      <dgm:prSet/>
      <dgm:spPr/>
      <dgm:t>
        <a:bodyPr/>
        <a:lstStyle/>
        <a:p>
          <a:endParaRPr lang="en-US"/>
        </a:p>
      </dgm:t>
    </dgm:pt>
    <dgm:pt modelId="{B487A3D6-E4A4-4420-97F4-46BC77541CE4}" type="sibTrans" cxnId="{BE11410C-F91B-42D8-A156-BCA920A6F5AC}">
      <dgm:prSet/>
      <dgm:spPr/>
      <dgm:t>
        <a:bodyPr/>
        <a:lstStyle/>
        <a:p>
          <a:endParaRPr lang="en-US"/>
        </a:p>
      </dgm:t>
    </dgm:pt>
    <dgm:pt modelId="{7F5D90AB-7FF1-4763-97A0-325BAAE02473}">
      <dgm:prSet/>
      <dgm:spPr/>
      <dgm:t>
        <a:bodyPr/>
        <a:lstStyle/>
        <a:p>
          <a:pPr>
            <a:lnSpc>
              <a:spcPct val="100000"/>
            </a:lnSpc>
          </a:pPr>
          <a:r>
            <a:rPr lang="en-US"/>
            <a:t>Meaningful insights will be extracted to support data-driven decision-making.</a:t>
          </a:r>
        </a:p>
      </dgm:t>
    </dgm:pt>
    <dgm:pt modelId="{BE2CA902-5FE4-4465-A57A-15516147C394}" type="parTrans" cxnId="{210D5FED-1048-4442-85AE-F8BFAB3F2ADD}">
      <dgm:prSet/>
      <dgm:spPr/>
      <dgm:t>
        <a:bodyPr/>
        <a:lstStyle/>
        <a:p>
          <a:endParaRPr lang="en-US"/>
        </a:p>
      </dgm:t>
    </dgm:pt>
    <dgm:pt modelId="{F5688712-BE06-444A-958A-AAE3E5D70D08}" type="sibTrans" cxnId="{210D5FED-1048-4442-85AE-F8BFAB3F2ADD}">
      <dgm:prSet/>
      <dgm:spPr/>
      <dgm:t>
        <a:bodyPr/>
        <a:lstStyle/>
        <a:p>
          <a:endParaRPr lang="en-US"/>
        </a:p>
      </dgm:t>
    </dgm:pt>
    <dgm:pt modelId="{55CEA6F7-826D-4022-8CB4-70C4C21E957A}">
      <dgm:prSet/>
      <dgm:spPr/>
      <dgm:t>
        <a:bodyPr/>
        <a:lstStyle/>
        <a:p>
          <a:pPr>
            <a:lnSpc>
              <a:spcPct val="100000"/>
            </a:lnSpc>
          </a:pPr>
          <a:r>
            <a:rPr lang="en-US"/>
            <a:t>Correlations and trends will be clearly identified and documented.</a:t>
          </a:r>
        </a:p>
      </dgm:t>
    </dgm:pt>
    <dgm:pt modelId="{554176E9-2B78-44A4-90B3-F30428634619}" type="parTrans" cxnId="{25BD60ED-419E-4DB6-B0A6-25C72869BFA4}">
      <dgm:prSet/>
      <dgm:spPr/>
      <dgm:t>
        <a:bodyPr/>
        <a:lstStyle/>
        <a:p>
          <a:endParaRPr lang="en-US"/>
        </a:p>
      </dgm:t>
    </dgm:pt>
    <dgm:pt modelId="{6DEDBE04-94E3-4EE5-93DA-233BFD8EAD70}" type="sibTrans" cxnId="{25BD60ED-419E-4DB6-B0A6-25C72869BFA4}">
      <dgm:prSet/>
      <dgm:spPr/>
      <dgm:t>
        <a:bodyPr/>
        <a:lstStyle/>
        <a:p>
          <a:endParaRPr lang="en-US"/>
        </a:p>
      </dgm:t>
    </dgm:pt>
    <dgm:pt modelId="{B26AEDEE-F1B6-4738-A9AD-A72113868B72}" type="pres">
      <dgm:prSet presAssocID="{5E072759-477D-43EC-9864-4BACC279D752}" presName="root" presStyleCnt="0">
        <dgm:presLayoutVars>
          <dgm:dir/>
          <dgm:resizeHandles val="exact"/>
        </dgm:presLayoutVars>
      </dgm:prSet>
      <dgm:spPr/>
    </dgm:pt>
    <dgm:pt modelId="{CC0E3436-D487-4FB4-BC33-F3BE75506630}" type="pres">
      <dgm:prSet presAssocID="{1E5224D5-7F5F-40A9-9049-185314F94F7F}" presName="compNode" presStyleCnt="0"/>
      <dgm:spPr/>
    </dgm:pt>
    <dgm:pt modelId="{6C34E00D-900A-4B14-AA94-738DFB4AA75E}" type="pres">
      <dgm:prSet presAssocID="{1E5224D5-7F5F-40A9-9049-185314F94F7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F804222B-713F-4BCA-8A00-997DF191D97E}" type="pres">
      <dgm:prSet presAssocID="{1E5224D5-7F5F-40A9-9049-185314F94F7F}" presName="iconSpace" presStyleCnt="0"/>
      <dgm:spPr/>
    </dgm:pt>
    <dgm:pt modelId="{EA6C1CE8-F510-463D-A344-189603ACE59A}" type="pres">
      <dgm:prSet presAssocID="{1E5224D5-7F5F-40A9-9049-185314F94F7F}" presName="parTx" presStyleLbl="revTx" presStyleIdx="0" presStyleCnt="4">
        <dgm:presLayoutVars>
          <dgm:chMax val="0"/>
          <dgm:chPref val="0"/>
        </dgm:presLayoutVars>
      </dgm:prSet>
      <dgm:spPr/>
    </dgm:pt>
    <dgm:pt modelId="{284A8422-FF4B-425E-BC19-A3B8DC33833F}" type="pres">
      <dgm:prSet presAssocID="{1E5224D5-7F5F-40A9-9049-185314F94F7F}" presName="txSpace" presStyleCnt="0"/>
      <dgm:spPr/>
    </dgm:pt>
    <dgm:pt modelId="{C7C4F436-F835-4F3A-AF4F-935CE3503DA4}" type="pres">
      <dgm:prSet presAssocID="{1E5224D5-7F5F-40A9-9049-185314F94F7F}" presName="desTx" presStyleLbl="revTx" presStyleIdx="1" presStyleCnt="4">
        <dgm:presLayoutVars/>
      </dgm:prSet>
      <dgm:spPr/>
    </dgm:pt>
    <dgm:pt modelId="{EBA6B410-6DD1-46BE-B58F-41B6175C32F1}" type="pres">
      <dgm:prSet presAssocID="{F978A726-A95A-41F9-9EE0-B397E39528FB}" presName="sibTrans" presStyleCnt="0"/>
      <dgm:spPr/>
    </dgm:pt>
    <dgm:pt modelId="{9391C962-FFEE-49C1-9EA4-5452F3B1EAA8}" type="pres">
      <dgm:prSet presAssocID="{373813AB-7398-4084-B09B-5523BC427F70}" presName="compNode" presStyleCnt="0"/>
      <dgm:spPr/>
    </dgm:pt>
    <dgm:pt modelId="{57736C50-6F08-4CDC-9002-C7DD19B64794}" type="pres">
      <dgm:prSet presAssocID="{373813AB-7398-4084-B09B-5523BC427F7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estion mark"/>
        </a:ext>
      </dgm:extLst>
    </dgm:pt>
    <dgm:pt modelId="{2CDB9E10-C0F6-4B40-9A1E-4CD2311433F4}" type="pres">
      <dgm:prSet presAssocID="{373813AB-7398-4084-B09B-5523BC427F70}" presName="iconSpace" presStyleCnt="0"/>
      <dgm:spPr/>
    </dgm:pt>
    <dgm:pt modelId="{0693E78A-94A7-416C-9AE8-337355D00D26}" type="pres">
      <dgm:prSet presAssocID="{373813AB-7398-4084-B09B-5523BC427F70}" presName="parTx" presStyleLbl="revTx" presStyleIdx="2" presStyleCnt="4">
        <dgm:presLayoutVars>
          <dgm:chMax val="0"/>
          <dgm:chPref val="0"/>
        </dgm:presLayoutVars>
      </dgm:prSet>
      <dgm:spPr/>
    </dgm:pt>
    <dgm:pt modelId="{42F0105A-7DD6-43CA-B50B-B54468A2922C}" type="pres">
      <dgm:prSet presAssocID="{373813AB-7398-4084-B09B-5523BC427F70}" presName="txSpace" presStyleCnt="0"/>
      <dgm:spPr/>
    </dgm:pt>
    <dgm:pt modelId="{38666225-EC8D-4DE7-89C5-35F3B705E79A}" type="pres">
      <dgm:prSet presAssocID="{373813AB-7398-4084-B09B-5523BC427F70}" presName="desTx" presStyleLbl="revTx" presStyleIdx="3" presStyleCnt="4">
        <dgm:presLayoutVars/>
      </dgm:prSet>
      <dgm:spPr/>
    </dgm:pt>
  </dgm:ptLst>
  <dgm:cxnLst>
    <dgm:cxn modelId="{BE11410C-F91B-42D8-A156-BCA920A6F5AC}" srcId="{373813AB-7398-4084-B09B-5523BC427F70}" destId="{68C01BF8-F1EC-48B0-BA8E-F9328FADA318}" srcOrd="0" destOrd="0" parTransId="{AB15AAEA-FB7D-4D56-8990-9C71ACF6F0F8}" sibTransId="{B487A3D6-E4A4-4420-97F4-46BC77541CE4}"/>
    <dgm:cxn modelId="{A6C7A912-2F2D-4697-BFFD-367DC5EEF83A}" type="presOf" srcId="{68C01BF8-F1EC-48B0-BA8E-F9328FADA318}" destId="{38666225-EC8D-4DE7-89C5-35F3B705E79A}" srcOrd="0" destOrd="0" presId="urn:microsoft.com/office/officeart/2018/5/layout/CenteredIconLabelDescriptionList"/>
    <dgm:cxn modelId="{03D6A860-532E-4256-B29E-69DD3927911C}" type="presOf" srcId="{E6862F94-D486-4D07-8DA4-A61EF1B2ED36}" destId="{C7C4F436-F835-4F3A-AF4F-935CE3503DA4}" srcOrd="0" destOrd="0" presId="urn:microsoft.com/office/officeart/2018/5/layout/CenteredIconLabelDescriptionList"/>
    <dgm:cxn modelId="{2E3F7142-433D-46C3-92A0-5AD5E6746941}" type="presOf" srcId="{0ED11DFC-5421-4444-B45F-6A01AC318EE6}" destId="{C7C4F436-F835-4F3A-AF4F-935CE3503DA4}" srcOrd="0" destOrd="2" presId="urn:microsoft.com/office/officeart/2018/5/layout/CenteredIconLabelDescriptionList"/>
    <dgm:cxn modelId="{BE134243-49D7-488A-9562-ACF8E3D4EAAD}" srcId="{5E072759-477D-43EC-9864-4BACC279D752}" destId="{1E5224D5-7F5F-40A9-9049-185314F94F7F}" srcOrd="0" destOrd="0" parTransId="{09678675-A29D-4C64-AC0A-CAEAA5CA3C20}" sibTransId="{F978A726-A95A-41F9-9EE0-B397E39528FB}"/>
    <dgm:cxn modelId="{5D9D7346-C7FF-46E4-B1EF-1BA462A90AD4}" srcId="{1E5224D5-7F5F-40A9-9049-185314F94F7F}" destId="{0ED11DFC-5421-4444-B45F-6A01AC318EE6}" srcOrd="2" destOrd="0" parTransId="{F7938651-BF6C-4007-A1C5-3EEB65690088}" sibTransId="{AFC4D2E9-3318-403A-905E-45253A608058}"/>
    <dgm:cxn modelId="{B8902E6A-E252-41E3-9002-7C01C017D8EC}" srcId="{1E5224D5-7F5F-40A9-9049-185314F94F7F}" destId="{E6862F94-D486-4D07-8DA4-A61EF1B2ED36}" srcOrd="0" destOrd="0" parTransId="{007529A5-188A-4017-8F19-A7F0F9B87B20}" sibTransId="{F3ACDB9F-9622-4F9E-8AD0-F3BF02AEC867}"/>
    <dgm:cxn modelId="{3E481250-7570-4A80-91B9-EE639CF21805}" srcId="{5E072759-477D-43EC-9864-4BACC279D752}" destId="{373813AB-7398-4084-B09B-5523BC427F70}" srcOrd="1" destOrd="0" parTransId="{0071F9D1-26E0-4CF1-887E-201ED08C4A42}" sibTransId="{E6CC53F5-F505-4347-80DE-CC6894C871FE}"/>
    <dgm:cxn modelId="{704B6F53-3B8E-4B5B-8766-09660090804E}" srcId="{1E5224D5-7F5F-40A9-9049-185314F94F7F}" destId="{CE9A965B-146F-4B2F-9E66-EF49E02FB5F7}" srcOrd="1" destOrd="0" parTransId="{6AADFC16-D0D7-45A5-9009-83643263FA99}" sibTransId="{0057CA1C-D2BA-4044-BE34-2C1EED755E84}"/>
    <dgm:cxn modelId="{917B4A78-AE52-4840-A278-027202D2EB65}" type="presOf" srcId="{7F5D90AB-7FF1-4763-97A0-325BAAE02473}" destId="{38666225-EC8D-4DE7-89C5-35F3B705E79A}" srcOrd="0" destOrd="1" presId="urn:microsoft.com/office/officeart/2018/5/layout/CenteredIconLabelDescriptionList"/>
    <dgm:cxn modelId="{A7038985-958E-47E7-9FD5-C39CF00FEA61}" type="presOf" srcId="{55CEA6F7-826D-4022-8CB4-70C4C21E957A}" destId="{38666225-EC8D-4DE7-89C5-35F3B705E79A}" srcOrd="0" destOrd="2" presId="urn:microsoft.com/office/officeart/2018/5/layout/CenteredIconLabelDescriptionList"/>
    <dgm:cxn modelId="{314E47A1-56F8-43CB-8FB5-9A15730E0429}" type="presOf" srcId="{373813AB-7398-4084-B09B-5523BC427F70}" destId="{0693E78A-94A7-416C-9AE8-337355D00D26}" srcOrd="0" destOrd="0" presId="urn:microsoft.com/office/officeart/2018/5/layout/CenteredIconLabelDescriptionList"/>
    <dgm:cxn modelId="{048434A7-A82D-4D87-B459-C39CCF042BFF}" type="presOf" srcId="{5E072759-477D-43EC-9864-4BACC279D752}" destId="{B26AEDEE-F1B6-4738-A9AD-A72113868B72}" srcOrd="0" destOrd="0" presId="urn:microsoft.com/office/officeart/2018/5/layout/CenteredIconLabelDescriptionList"/>
    <dgm:cxn modelId="{4CA79BC4-19BE-4722-A774-D8269051FA7B}" type="presOf" srcId="{1E5224D5-7F5F-40A9-9049-185314F94F7F}" destId="{EA6C1CE8-F510-463D-A344-189603ACE59A}" srcOrd="0" destOrd="0" presId="urn:microsoft.com/office/officeart/2018/5/layout/CenteredIconLabelDescriptionList"/>
    <dgm:cxn modelId="{210D5FED-1048-4442-85AE-F8BFAB3F2ADD}" srcId="{373813AB-7398-4084-B09B-5523BC427F70}" destId="{7F5D90AB-7FF1-4763-97A0-325BAAE02473}" srcOrd="1" destOrd="0" parTransId="{BE2CA902-5FE4-4465-A57A-15516147C394}" sibTransId="{F5688712-BE06-444A-958A-AAE3E5D70D08}"/>
    <dgm:cxn modelId="{25BD60ED-419E-4DB6-B0A6-25C72869BFA4}" srcId="{373813AB-7398-4084-B09B-5523BC427F70}" destId="{55CEA6F7-826D-4022-8CB4-70C4C21E957A}" srcOrd="2" destOrd="0" parTransId="{554176E9-2B78-44A4-90B3-F30428634619}" sibTransId="{6DEDBE04-94E3-4EE5-93DA-233BFD8EAD70}"/>
    <dgm:cxn modelId="{6E24ABED-DF63-48EB-856F-E458322817FC}" type="presOf" srcId="{CE9A965B-146F-4B2F-9E66-EF49E02FB5F7}" destId="{C7C4F436-F835-4F3A-AF4F-935CE3503DA4}" srcOrd="0" destOrd="1" presId="urn:microsoft.com/office/officeart/2018/5/layout/CenteredIconLabelDescriptionList"/>
    <dgm:cxn modelId="{071489E5-90A7-4915-A52F-F82EA498C5A3}" type="presParOf" srcId="{B26AEDEE-F1B6-4738-A9AD-A72113868B72}" destId="{CC0E3436-D487-4FB4-BC33-F3BE75506630}" srcOrd="0" destOrd="0" presId="urn:microsoft.com/office/officeart/2018/5/layout/CenteredIconLabelDescriptionList"/>
    <dgm:cxn modelId="{8026988C-7F63-4F5A-B5D2-630FAA41B8ED}" type="presParOf" srcId="{CC0E3436-D487-4FB4-BC33-F3BE75506630}" destId="{6C34E00D-900A-4B14-AA94-738DFB4AA75E}" srcOrd="0" destOrd="0" presId="urn:microsoft.com/office/officeart/2018/5/layout/CenteredIconLabelDescriptionList"/>
    <dgm:cxn modelId="{6932BD7C-CB65-4FE4-832E-A64774E8B7B5}" type="presParOf" srcId="{CC0E3436-D487-4FB4-BC33-F3BE75506630}" destId="{F804222B-713F-4BCA-8A00-997DF191D97E}" srcOrd="1" destOrd="0" presId="urn:microsoft.com/office/officeart/2018/5/layout/CenteredIconLabelDescriptionList"/>
    <dgm:cxn modelId="{C2DD2A69-7126-481C-BD60-52E52E35C148}" type="presParOf" srcId="{CC0E3436-D487-4FB4-BC33-F3BE75506630}" destId="{EA6C1CE8-F510-463D-A344-189603ACE59A}" srcOrd="2" destOrd="0" presId="urn:microsoft.com/office/officeart/2018/5/layout/CenteredIconLabelDescriptionList"/>
    <dgm:cxn modelId="{95C753CA-2BFF-4557-9234-1FED953E74EC}" type="presParOf" srcId="{CC0E3436-D487-4FB4-BC33-F3BE75506630}" destId="{284A8422-FF4B-425E-BC19-A3B8DC33833F}" srcOrd="3" destOrd="0" presId="urn:microsoft.com/office/officeart/2018/5/layout/CenteredIconLabelDescriptionList"/>
    <dgm:cxn modelId="{408E286C-9B6C-4376-9FFF-AD6C241346B8}" type="presParOf" srcId="{CC0E3436-D487-4FB4-BC33-F3BE75506630}" destId="{C7C4F436-F835-4F3A-AF4F-935CE3503DA4}" srcOrd="4" destOrd="0" presId="urn:microsoft.com/office/officeart/2018/5/layout/CenteredIconLabelDescriptionList"/>
    <dgm:cxn modelId="{47A8DAC0-9362-4414-A37A-060429129A11}" type="presParOf" srcId="{B26AEDEE-F1B6-4738-A9AD-A72113868B72}" destId="{EBA6B410-6DD1-46BE-B58F-41B6175C32F1}" srcOrd="1" destOrd="0" presId="urn:microsoft.com/office/officeart/2018/5/layout/CenteredIconLabelDescriptionList"/>
    <dgm:cxn modelId="{B8F357F1-F810-40D1-B42C-C5C05E103CF2}" type="presParOf" srcId="{B26AEDEE-F1B6-4738-A9AD-A72113868B72}" destId="{9391C962-FFEE-49C1-9EA4-5452F3B1EAA8}" srcOrd="2" destOrd="0" presId="urn:microsoft.com/office/officeart/2018/5/layout/CenteredIconLabelDescriptionList"/>
    <dgm:cxn modelId="{63C48ADC-E317-44C9-9ACD-07B290B45DE2}" type="presParOf" srcId="{9391C962-FFEE-49C1-9EA4-5452F3B1EAA8}" destId="{57736C50-6F08-4CDC-9002-C7DD19B64794}" srcOrd="0" destOrd="0" presId="urn:microsoft.com/office/officeart/2018/5/layout/CenteredIconLabelDescriptionList"/>
    <dgm:cxn modelId="{CBA7ED95-369C-4746-9A7F-0BF38F61ECE7}" type="presParOf" srcId="{9391C962-FFEE-49C1-9EA4-5452F3B1EAA8}" destId="{2CDB9E10-C0F6-4B40-9A1E-4CD2311433F4}" srcOrd="1" destOrd="0" presId="urn:microsoft.com/office/officeart/2018/5/layout/CenteredIconLabelDescriptionList"/>
    <dgm:cxn modelId="{B16B269E-16FE-4C6E-B8B2-E901AECE910A}" type="presParOf" srcId="{9391C962-FFEE-49C1-9EA4-5452F3B1EAA8}" destId="{0693E78A-94A7-416C-9AE8-337355D00D26}" srcOrd="2" destOrd="0" presId="urn:microsoft.com/office/officeart/2018/5/layout/CenteredIconLabelDescriptionList"/>
    <dgm:cxn modelId="{FB989C38-18E8-435D-A9C9-383902F76FE7}" type="presParOf" srcId="{9391C962-FFEE-49C1-9EA4-5452F3B1EAA8}" destId="{42F0105A-7DD6-43CA-B50B-B54468A2922C}" srcOrd="3" destOrd="0" presId="urn:microsoft.com/office/officeart/2018/5/layout/CenteredIconLabelDescriptionList"/>
    <dgm:cxn modelId="{3B9C8483-243A-4BF1-969F-C66DC1652E1E}" type="presParOf" srcId="{9391C962-FFEE-49C1-9EA4-5452F3B1EAA8}" destId="{38666225-EC8D-4DE7-89C5-35F3B705E79A}"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474637F-11AE-407F-A427-C8F6FB84997F}"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77BE1AAF-1EF3-4A77-8F54-C9BC2D35DE1A}">
      <dgm:prSet/>
      <dgm:spPr/>
      <dgm:t>
        <a:bodyPr/>
        <a:lstStyle/>
        <a:p>
          <a:pPr>
            <a:lnSpc>
              <a:spcPct val="100000"/>
            </a:lnSpc>
            <a:defRPr b="1"/>
          </a:pPr>
          <a:r>
            <a:rPr lang="en-US" b="1"/>
            <a:t>Visualization &amp; Reporting</a:t>
          </a:r>
          <a:endParaRPr lang="en-US"/>
        </a:p>
      </dgm:t>
    </dgm:pt>
    <dgm:pt modelId="{04EBB2E6-9548-43D1-855D-8B4CF3AA7E93}" type="parTrans" cxnId="{9A7E1256-CC94-4025-984D-40D011ED3135}">
      <dgm:prSet/>
      <dgm:spPr/>
      <dgm:t>
        <a:bodyPr/>
        <a:lstStyle/>
        <a:p>
          <a:endParaRPr lang="en-US"/>
        </a:p>
      </dgm:t>
    </dgm:pt>
    <dgm:pt modelId="{EA2DE5DD-6FE8-40DE-8C52-C945AAFA531E}" type="sibTrans" cxnId="{9A7E1256-CC94-4025-984D-40D011ED3135}">
      <dgm:prSet/>
      <dgm:spPr/>
      <dgm:t>
        <a:bodyPr/>
        <a:lstStyle/>
        <a:p>
          <a:endParaRPr lang="en-US"/>
        </a:p>
      </dgm:t>
    </dgm:pt>
    <dgm:pt modelId="{3628892A-9E22-4392-B509-059E5414129A}">
      <dgm:prSet/>
      <dgm:spPr/>
      <dgm:t>
        <a:bodyPr/>
        <a:lstStyle/>
        <a:p>
          <a:pPr>
            <a:lnSpc>
              <a:spcPct val="100000"/>
            </a:lnSpc>
          </a:pPr>
          <a:r>
            <a:rPr lang="en-US"/>
            <a:t>The interactive dashboard will load in </a:t>
          </a:r>
          <a:r>
            <a:rPr lang="en-US" b="1"/>
            <a:t>under 3 seconds</a:t>
          </a:r>
          <a:r>
            <a:rPr lang="en-US"/>
            <a:t>.</a:t>
          </a:r>
        </a:p>
      </dgm:t>
    </dgm:pt>
    <dgm:pt modelId="{DF4CC7E5-2DCD-42E7-80E8-B0032C892F9E}" type="parTrans" cxnId="{FF2A78DD-B069-4A76-BC6C-29523FB1019A}">
      <dgm:prSet/>
      <dgm:spPr/>
      <dgm:t>
        <a:bodyPr/>
        <a:lstStyle/>
        <a:p>
          <a:endParaRPr lang="en-US"/>
        </a:p>
      </dgm:t>
    </dgm:pt>
    <dgm:pt modelId="{F48B5565-305B-4B7D-8882-C3F3F8AF9921}" type="sibTrans" cxnId="{FF2A78DD-B069-4A76-BC6C-29523FB1019A}">
      <dgm:prSet/>
      <dgm:spPr/>
      <dgm:t>
        <a:bodyPr/>
        <a:lstStyle/>
        <a:p>
          <a:endParaRPr lang="en-US"/>
        </a:p>
      </dgm:t>
    </dgm:pt>
    <dgm:pt modelId="{6F83D06C-D420-416E-A062-EA2C6817534F}">
      <dgm:prSet/>
      <dgm:spPr/>
      <dgm:t>
        <a:bodyPr/>
        <a:lstStyle/>
        <a:p>
          <a:pPr>
            <a:lnSpc>
              <a:spcPct val="100000"/>
            </a:lnSpc>
          </a:pPr>
          <a:r>
            <a:rPr lang="en-US"/>
            <a:t>At least </a:t>
          </a:r>
          <a:r>
            <a:rPr lang="en-US" b="1"/>
            <a:t>85% of users</a:t>
          </a:r>
          <a:r>
            <a:rPr lang="en-US"/>
            <a:t> will be able to navigate the dashboard independently without additional guidance.</a:t>
          </a:r>
        </a:p>
      </dgm:t>
    </dgm:pt>
    <dgm:pt modelId="{60433940-E39A-4898-B65C-B6299B959340}" type="parTrans" cxnId="{69255964-E80B-4121-8E3C-47F83AAEB892}">
      <dgm:prSet/>
      <dgm:spPr/>
      <dgm:t>
        <a:bodyPr/>
        <a:lstStyle/>
        <a:p>
          <a:endParaRPr lang="en-US"/>
        </a:p>
      </dgm:t>
    </dgm:pt>
    <dgm:pt modelId="{6C96EC51-6B18-41B7-9EC7-06F70BBF9A84}" type="sibTrans" cxnId="{69255964-E80B-4121-8E3C-47F83AAEB892}">
      <dgm:prSet/>
      <dgm:spPr/>
      <dgm:t>
        <a:bodyPr/>
        <a:lstStyle/>
        <a:p>
          <a:endParaRPr lang="en-US"/>
        </a:p>
      </dgm:t>
    </dgm:pt>
    <dgm:pt modelId="{0BF76483-3542-4A72-9446-0B874B3EFED1}">
      <dgm:prSet/>
      <dgm:spPr/>
      <dgm:t>
        <a:bodyPr/>
        <a:lstStyle/>
        <a:p>
          <a:pPr>
            <a:lnSpc>
              <a:spcPct val="100000"/>
            </a:lnSpc>
          </a:pPr>
          <a:r>
            <a:rPr lang="en-US"/>
            <a:t>All visualizations will clearly represent KPIs such as total trips, average ticket price, and trip frequency by time of day.</a:t>
          </a:r>
        </a:p>
      </dgm:t>
    </dgm:pt>
    <dgm:pt modelId="{5890281B-5C47-41EA-8429-91850F96A27E}" type="parTrans" cxnId="{02C56BCD-CD41-4DFB-A74C-3A3388D1A19A}">
      <dgm:prSet/>
      <dgm:spPr/>
      <dgm:t>
        <a:bodyPr/>
        <a:lstStyle/>
        <a:p>
          <a:endParaRPr lang="en-US"/>
        </a:p>
      </dgm:t>
    </dgm:pt>
    <dgm:pt modelId="{8523569D-9796-4DD9-890B-562F6F71FEDC}" type="sibTrans" cxnId="{02C56BCD-CD41-4DFB-A74C-3A3388D1A19A}">
      <dgm:prSet/>
      <dgm:spPr/>
      <dgm:t>
        <a:bodyPr/>
        <a:lstStyle/>
        <a:p>
          <a:endParaRPr lang="en-US"/>
        </a:p>
      </dgm:t>
    </dgm:pt>
    <dgm:pt modelId="{7950B1CB-B1CB-43FB-8ED9-B7B2B4E96588}">
      <dgm:prSet/>
      <dgm:spPr/>
      <dgm:t>
        <a:bodyPr/>
        <a:lstStyle/>
        <a:p>
          <a:pPr>
            <a:lnSpc>
              <a:spcPct val="100000"/>
            </a:lnSpc>
            <a:defRPr b="1"/>
          </a:pPr>
          <a:r>
            <a:rPr lang="en-US" b="1"/>
            <a:t>Final Documentation &amp; Presentation</a:t>
          </a:r>
          <a:endParaRPr lang="en-US"/>
        </a:p>
      </dgm:t>
    </dgm:pt>
    <dgm:pt modelId="{AD72EE86-40C8-4834-8AAA-5189648056B2}" type="parTrans" cxnId="{21831423-D4FC-442B-9B9E-0509D8D1BE3A}">
      <dgm:prSet/>
      <dgm:spPr/>
      <dgm:t>
        <a:bodyPr/>
        <a:lstStyle/>
        <a:p>
          <a:endParaRPr lang="en-US"/>
        </a:p>
      </dgm:t>
    </dgm:pt>
    <dgm:pt modelId="{E3F19BC5-E985-4276-8B0B-AC50CEA96932}" type="sibTrans" cxnId="{21831423-D4FC-442B-9B9E-0509D8D1BE3A}">
      <dgm:prSet/>
      <dgm:spPr/>
      <dgm:t>
        <a:bodyPr/>
        <a:lstStyle/>
        <a:p>
          <a:endParaRPr lang="en-US"/>
        </a:p>
      </dgm:t>
    </dgm:pt>
    <dgm:pt modelId="{148DC573-E0AB-40DA-8E15-00732E7F0C0E}">
      <dgm:prSet/>
      <dgm:spPr/>
      <dgm:t>
        <a:bodyPr/>
        <a:lstStyle/>
        <a:p>
          <a:pPr>
            <a:lnSpc>
              <a:spcPct val="100000"/>
            </a:lnSpc>
          </a:pPr>
          <a:r>
            <a:rPr lang="en-US"/>
            <a:t>The final project report will be </a:t>
          </a:r>
          <a:r>
            <a:rPr lang="en-US" b="1"/>
            <a:t>100% complete</a:t>
          </a:r>
          <a:r>
            <a:rPr lang="en-US"/>
            <a:t>, including methodology, analysis, and findings.</a:t>
          </a:r>
        </a:p>
      </dgm:t>
    </dgm:pt>
    <dgm:pt modelId="{816F4F34-1981-4364-893D-F7458C765A21}" type="parTrans" cxnId="{E30CA4C9-41DA-4B52-99AD-4FC2238411FA}">
      <dgm:prSet/>
      <dgm:spPr/>
      <dgm:t>
        <a:bodyPr/>
        <a:lstStyle/>
        <a:p>
          <a:endParaRPr lang="en-US"/>
        </a:p>
      </dgm:t>
    </dgm:pt>
    <dgm:pt modelId="{2EFD508D-986E-4080-AA64-02B8435F2109}" type="sibTrans" cxnId="{E30CA4C9-41DA-4B52-99AD-4FC2238411FA}">
      <dgm:prSet/>
      <dgm:spPr/>
      <dgm:t>
        <a:bodyPr/>
        <a:lstStyle/>
        <a:p>
          <a:endParaRPr lang="en-US"/>
        </a:p>
      </dgm:t>
    </dgm:pt>
    <dgm:pt modelId="{D91289C2-67A4-4CD0-9F1B-7B2F3CEE7CF9}">
      <dgm:prSet/>
      <dgm:spPr/>
      <dgm:t>
        <a:bodyPr/>
        <a:lstStyle/>
        <a:p>
          <a:pPr>
            <a:lnSpc>
              <a:spcPct val="100000"/>
            </a:lnSpc>
          </a:pPr>
          <a:r>
            <a:rPr lang="en-US"/>
            <a:t>A minimum of </a:t>
          </a:r>
          <a:r>
            <a:rPr lang="en-US" b="1"/>
            <a:t>3 actionable recommendations</a:t>
          </a:r>
          <a:r>
            <a:rPr lang="en-US"/>
            <a:t> will be presented to improve operational efficiency and passenger experience.</a:t>
          </a:r>
        </a:p>
      </dgm:t>
    </dgm:pt>
    <dgm:pt modelId="{5851C1C5-F846-4CA4-A44B-AAE8D994A19D}" type="parTrans" cxnId="{EF54D8AA-B12B-4EFB-AD7E-B836E6B5D5A3}">
      <dgm:prSet/>
      <dgm:spPr/>
      <dgm:t>
        <a:bodyPr/>
        <a:lstStyle/>
        <a:p>
          <a:endParaRPr lang="en-US"/>
        </a:p>
      </dgm:t>
    </dgm:pt>
    <dgm:pt modelId="{D1D92336-EE3A-450E-A921-23BD4F6A8F5E}" type="sibTrans" cxnId="{EF54D8AA-B12B-4EFB-AD7E-B836E6B5D5A3}">
      <dgm:prSet/>
      <dgm:spPr/>
      <dgm:t>
        <a:bodyPr/>
        <a:lstStyle/>
        <a:p>
          <a:endParaRPr lang="en-US"/>
        </a:p>
      </dgm:t>
    </dgm:pt>
    <dgm:pt modelId="{CE9854E0-2FA0-4AE8-800A-07DACA0634E0}">
      <dgm:prSet/>
      <dgm:spPr/>
      <dgm:t>
        <a:bodyPr/>
        <a:lstStyle/>
        <a:p>
          <a:pPr>
            <a:lnSpc>
              <a:spcPct val="100000"/>
            </a:lnSpc>
          </a:pPr>
          <a:r>
            <a:rPr lang="en-US"/>
            <a:t>The presentation will effectively communicate the results with clarity and visual appeal.</a:t>
          </a:r>
        </a:p>
      </dgm:t>
    </dgm:pt>
    <dgm:pt modelId="{9FACBB42-D232-4C32-B769-9887CFD14D49}" type="parTrans" cxnId="{28E825A2-23F9-451A-A5CD-44B0C2E06CB3}">
      <dgm:prSet/>
      <dgm:spPr/>
      <dgm:t>
        <a:bodyPr/>
        <a:lstStyle/>
        <a:p>
          <a:endParaRPr lang="en-US"/>
        </a:p>
      </dgm:t>
    </dgm:pt>
    <dgm:pt modelId="{BD09DEE1-3128-47B3-A9B5-60ED34480B62}" type="sibTrans" cxnId="{28E825A2-23F9-451A-A5CD-44B0C2E06CB3}">
      <dgm:prSet/>
      <dgm:spPr/>
      <dgm:t>
        <a:bodyPr/>
        <a:lstStyle/>
        <a:p>
          <a:endParaRPr lang="en-US"/>
        </a:p>
      </dgm:t>
    </dgm:pt>
    <dgm:pt modelId="{878E161B-3ED4-4689-A841-8FAEC1F8AB9E}" type="pres">
      <dgm:prSet presAssocID="{C474637F-11AE-407F-A427-C8F6FB84997F}" presName="root" presStyleCnt="0">
        <dgm:presLayoutVars>
          <dgm:dir/>
          <dgm:resizeHandles val="exact"/>
        </dgm:presLayoutVars>
      </dgm:prSet>
      <dgm:spPr/>
    </dgm:pt>
    <dgm:pt modelId="{4A0D4DD2-33F0-402F-997D-3867A86AFED6}" type="pres">
      <dgm:prSet presAssocID="{77BE1AAF-1EF3-4A77-8F54-C9BC2D35DE1A}" presName="compNode" presStyleCnt="0"/>
      <dgm:spPr/>
    </dgm:pt>
    <dgm:pt modelId="{24933E41-D62F-4BDD-AFB3-DA1E39771E2F}" type="pres">
      <dgm:prSet presAssocID="{77BE1AAF-1EF3-4A77-8F54-C9BC2D35DE1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auge"/>
        </a:ext>
      </dgm:extLst>
    </dgm:pt>
    <dgm:pt modelId="{FF6776F2-B452-4CEF-BD3D-C9DEE68D51FF}" type="pres">
      <dgm:prSet presAssocID="{77BE1AAF-1EF3-4A77-8F54-C9BC2D35DE1A}" presName="iconSpace" presStyleCnt="0"/>
      <dgm:spPr/>
    </dgm:pt>
    <dgm:pt modelId="{C7961AAA-B5C1-43DB-85BA-E5E7867F0AEE}" type="pres">
      <dgm:prSet presAssocID="{77BE1AAF-1EF3-4A77-8F54-C9BC2D35DE1A}" presName="parTx" presStyleLbl="revTx" presStyleIdx="0" presStyleCnt="4">
        <dgm:presLayoutVars>
          <dgm:chMax val="0"/>
          <dgm:chPref val="0"/>
        </dgm:presLayoutVars>
      </dgm:prSet>
      <dgm:spPr/>
    </dgm:pt>
    <dgm:pt modelId="{9032505B-83BE-4B71-BBC9-9AD93FB53629}" type="pres">
      <dgm:prSet presAssocID="{77BE1AAF-1EF3-4A77-8F54-C9BC2D35DE1A}" presName="txSpace" presStyleCnt="0"/>
      <dgm:spPr/>
    </dgm:pt>
    <dgm:pt modelId="{4965DAE8-76C8-4802-B22D-0B9FB2813047}" type="pres">
      <dgm:prSet presAssocID="{77BE1AAF-1EF3-4A77-8F54-C9BC2D35DE1A}" presName="desTx" presStyleLbl="revTx" presStyleIdx="1" presStyleCnt="4">
        <dgm:presLayoutVars/>
      </dgm:prSet>
      <dgm:spPr/>
    </dgm:pt>
    <dgm:pt modelId="{BE515E13-75BC-48AD-8E85-A1E9188FBB8C}" type="pres">
      <dgm:prSet presAssocID="{EA2DE5DD-6FE8-40DE-8C52-C945AAFA531E}" presName="sibTrans" presStyleCnt="0"/>
      <dgm:spPr/>
    </dgm:pt>
    <dgm:pt modelId="{FD14A155-BBCC-4313-9D7B-08F56BDFDB0B}" type="pres">
      <dgm:prSet presAssocID="{7950B1CB-B1CB-43FB-8ED9-B7B2B4E96588}" presName="compNode" presStyleCnt="0"/>
      <dgm:spPr/>
    </dgm:pt>
    <dgm:pt modelId="{3867564C-3C3C-47C2-8F9B-6876AE06953E}" type="pres">
      <dgm:prSet presAssocID="{7950B1CB-B1CB-43FB-8ED9-B7B2B4E9658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esentation with Checklist"/>
        </a:ext>
      </dgm:extLst>
    </dgm:pt>
    <dgm:pt modelId="{81D9AEBD-C41C-4881-AC9A-F277D50A74D0}" type="pres">
      <dgm:prSet presAssocID="{7950B1CB-B1CB-43FB-8ED9-B7B2B4E96588}" presName="iconSpace" presStyleCnt="0"/>
      <dgm:spPr/>
    </dgm:pt>
    <dgm:pt modelId="{AFF533E1-7E25-47EB-B110-BB5B35EF4607}" type="pres">
      <dgm:prSet presAssocID="{7950B1CB-B1CB-43FB-8ED9-B7B2B4E96588}" presName="parTx" presStyleLbl="revTx" presStyleIdx="2" presStyleCnt="4">
        <dgm:presLayoutVars>
          <dgm:chMax val="0"/>
          <dgm:chPref val="0"/>
        </dgm:presLayoutVars>
      </dgm:prSet>
      <dgm:spPr/>
    </dgm:pt>
    <dgm:pt modelId="{65844329-6578-494A-81DF-9AFA10409B30}" type="pres">
      <dgm:prSet presAssocID="{7950B1CB-B1CB-43FB-8ED9-B7B2B4E96588}" presName="txSpace" presStyleCnt="0"/>
      <dgm:spPr/>
    </dgm:pt>
    <dgm:pt modelId="{AF53C74B-2655-401B-BB8C-076CB4D299EF}" type="pres">
      <dgm:prSet presAssocID="{7950B1CB-B1CB-43FB-8ED9-B7B2B4E96588}" presName="desTx" presStyleLbl="revTx" presStyleIdx="3" presStyleCnt="4">
        <dgm:presLayoutVars/>
      </dgm:prSet>
      <dgm:spPr/>
    </dgm:pt>
  </dgm:ptLst>
  <dgm:cxnLst>
    <dgm:cxn modelId="{CB319008-4AF6-40D3-8841-BC6E8454E612}" type="presOf" srcId="{0BF76483-3542-4A72-9446-0B874B3EFED1}" destId="{4965DAE8-76C8-4802-B22D-0B9FB2813047}" srcOrd="0" destOrd="2" presId="urn:microsoft.com/office/officeart/2018/5/layout/CenteredIconLabelDescriptionList"/>
    <dgm:cxn modelId="{77780B0B-5ED1-4C76-A270-A4637666541E}" type="presOf" srcId="{3628892A-9E22-4392-B509-059E5414129A}" destId="{4965DAE8-76C8-4802-B22D-0B9FB2813047}" srcOrd="0" destOrd="0" presId="urn:microsoft.com/office/officeart/2018/5/layout/CenteredIconLabelDescriptionList"/>
    <dgm:cxn modelId="{21831423-D4FC-442B-9B9E-0509D8D1BE3A}" srcId="{C474637F-11AE-407F-A427-C8F6FB84997F}" destId="{7950B1CB-B1CB-43FB-8ED9-B7B2B4E96588}" srcOrd="1" destOrd="0" parTransId="{AD72EE86-40C8-4834-8AAA-5189648056B2}" sibTransId="{E3F19BC5-E985-4276-8B0B-AC50CEA96932}"/>
    <dgm:cxn modelId="{69255964-E80B-4121-8E3C-47F83AAEB892}" srcId="{77BE1AAF-1EF3-4A77-8F54-C9BC2D35DE1A}" destId="{6F83D06C-D420-416E-A062-EA2C6817534F}" srcOrd="1" destOrd="0" parTransId="{60433940-E39A-4898-B65C-B6299B959340}" sibTransId="{6C96EC51-6B18-41B7-9EC7-06F70BBF9A84}"/>
    <dgm:cxn modelId="{2032B149-8240-4B75-A0DC-4CB8519B67C4}" type="presOf" srcId="{6F83D06C-D420-416E-A062-EA2C6817534F}" destId="{4965DAE8-76C8-4802-B22D-0B9FB2813047}" srcOrd="0" destOrd="1" presId="urn:microsoft.com/office/officeart/2018/5/layout/CenteredIconLabelDescriptionList"/>
    <dgm:cxn modelId="{9A7E1256-CC94-4025-984D-40D011ED3135}" srcId="{C474637F-11AE-407F-A427-C8F6FB84997F}" destId="{77BE1AAF-1EF3-4A77-8F54-C9BC2D35DE1A}" srcOrd="0" destOrd="0" parTransId="{04EBB2E6-9548-43D1-855D-8B4CF3AA7E93}" sibTransId="{EA2DE5DD-6FE8-40DE-8C52-C945AAFA531E}"/>
    <dgm:cxn modelId="{0C241356-9C37-4D1C-8BFC-95A4E1D7D256}" type="presOf" srcId="{C474637F-11AE-407F-A427-C8F6FB84997F}" destId="{878E161B-3ED4-4689-A841-8FAEC1F8AB9E}" srcOrd="0" destOrd="0" presId="urn:microsoft.com/office/officeart/2018/5/layout/CenteredIconLabelDescriptionList"/>
    <dgm:cxn modelId="{28E825A2-23F9-451A-A5CD-44B0C2E06CB3}" srcId="{7950B1CB-B1CB-43FB-8ED9-B7B2B4E96588}" destId="{CE9854E0-2FA0-4AE8-800A-07DACA0634E0}" srcOrd="2" destOrd="0" parTransId="{9FACBB42-D232-4C32-B769-9887CFD14D49}" sibTransId="{BD09DEE1-3128-47B3-A9B5-60ED34480B62}"/>
    <dgm:cxn modelId="{27D46DA4-2963-4C4B-84A9-E189A66DF170}" type="presOf" srcId="{148DC573-E0AB-40DA-8E15-00732E7F0C0E}" destId="{AF53C74B-2655-401B-BB8C-076CB4D299EF}" srcOrd="0" destOrd="0" presId="urn:microsoft.com/office/officeart/2018/5/layout/CenteredIconLabelDescriptionList"/>
    <dgm:cxn modelId="{EF54D8AA-B12B-4EFB-AD7E-B836E6B5D5A3}" srcId="{7950B1CB-B1CB-43FB-8ED9-B7B2B4E96588}" destId="{D91289C2-67A4-4CD0-9F1B-7B2F3CEE7CF9}" srcOrd="1" destOrd="0" parTransId="{5851C1C5-F846-4CA4-A44B-AAE8D994A19D}" sibTransId="{D1D92336-EE3A-450E-A921-23BD4F6A8F5E}"/>
    <dgm:cxn modelId="{E30CA4C9-41DA-4B52-99AD-4FC2238411FA}" srcId="{7950B1CB-B1CB-43FB-8ED9-B7B2B4E96588}" destId="{148DC573-E0AB-40DA-8E15-00732E7F0C0E}" srcOrd="0" destOrd="0" parTransId="{816F4F34-1981-4364-893D-F7458C765A21}" sibTransId="{2EFD508D-986E-4080-AA64-02B8435F2109}"/>
    <dgm:cxn modelId="{02C56BCD-CD41-4DFB-A74C-3A3388D1A19A}" srcId="{77BE1AAF-1EF3-4A77-8F54-C9BC2D35DE1A}" destId="{0BF76483-3542-4A72-9446-0B874B3EFED1}" srcOrd="2" destOrd="0" parTransId="{5890281B-5C47-41EA-8429-91850F96A27E}" sibTransId="{8523569D-9796-4DD9-890B-562F6F71FEDC}"/>
    <dgm:cxn modelId="{CC9EC8D2-5ECA-467D-8311-3BC9373D4EF5}" type="presOf" srcId="{77BE1AAF-1EF3-4A77-8F54-C9BC2D35DE1A}" destId="{C7961AAA-B5C1-43DB-85BA-E5E7867F0AEE}" srcOrd="0" destOrd="0" presId="urn:microsoft.com/office/officeart/2018/5/layout/CenteredIconLabelDescriptionList"/>
    <dgm:cxn modelId="{FF2A78DD-B069-4A76-BC6C-29523FB1019A}" srcId="{77BE1AAF-1EF3-4A77-8F54-C9BC2D35DE1A}" destId="{3628892A-9E22-4392-B509-059E5414129A}" srcOrd="0" destOrd="0" parTransId="{DF4CC7E5-2DCD-42E7-80E8-B0032C892F9E}" sibTransId="{F48B5565-305B-4B7D-8882-C3F3F8AF9921}"/>
    <dgm:cxn modelId="{39557FF0-D95E-4A39-9361-3CC005D99CB6}" type="presOf" srcId="{7950B1CB-B1CB-43FB-8ED9-B7B2B4E96588}" destId="{AFF533E1-7E25-47EB-B110-BB5B35EF4607}" srcOrd="0" destOrd="0" presId="urn:microsoft.com/office/officeart/2018/5/layout/CenteredIconLabelDescriptionList"/>
    <dgm:cxn modelId="{AECEA1F2-FF7A-4FE0-9654-88A7FD2D98D0}" type="presOf" srcId="{CE9854E0-2FA0-4AE8-800A-07DACA0634E0}" destId="{AF53C74B-2655-401B-BB8C-076CB4D299EF}" srcOrd="0" destOrd="2" presId="urn:microsoft.com/office/officeart/2018/5/layout/CenteredIconLabelDescriptionList"/>
    <dgm:cxn modelId="{BE4810FB-5E1B-46D5-96C1-F68BA440C19F}" type="presOf" srcId="{D91289C2-67A4-4CD0-9F1B-7B2F3CEE7CF9}" destId="{AF53C74B-2655-401B-BB8C-076CB4D299EF}" srcOrd="0" destOrd="1" presId="urn:microsoft.com/office/officeart/2018/5/layout/CenteredIconLabelDescriptionList"/>
    <dgm:cxn modelId="{EEAA3609-B178-4236-B149-3B8430CD0BCF}" type="presParOf" srcId="{878E161B-3ED4-4689-A841-8FAEC1F8AB9E}" destId="{4A0D4DD2-33F0-402F-997D-3867A86AFED6}" srcOrd="0" destOrd="0" presId="urn:microsoft.com/office/officeart/2018/5/layout/CenteredIconLabelDescriptionList"/>
    <dgm:cxn modelId="{3B47A60B-4E5D-45AE-A8DD-1AED300CB80D}" type="presParOf" srcId="{4A0D4DD2-33F0-402F-997D-3867A86AFED6}" destId="{24933E41-D62F-4BDD-AFB3-DA1E39771E2F}" srcOrd="0" destOrd="0" presId="urn:microsoft.com/office/officeart/2018/5/layout/CenteredIconLabelDescriptionList"/>
    <dgm:cxn modelId="{31017361-5D75-4911-B102-FD4310CC2E6E}" type="presParOf" srcId="{4A0D4DD2-33F0-402F-997D-3867A86AFED6}" destId="{FF6776F2-B452-4CEF-BD3D-C9DEE68D51FF}" srcOrd="1" destOrd="0" presId="urn:microsoft.com/office/officeart/2018/5/layout/CenteredIconLabelDescriptionList"/>
    <dgm:cxn modelId="{69BCCF53-73F1-4BBD-9F6A-1EDCCC928314}" type="presParOf" srcId="{4A0D4DD2-33F0-402F-997D-3867A86AFED6}" destId="{C7961AAA-B5C1-43DB-85BA-E5E7867F0AEE}" srcOrd="2" destOrd="0" presId="urn:microsoft.com/office/officeart/2018/5/layout/CenteredIconLabelDescriptionList"/>
    <dgm:cxn modelId="{D1A09584-E809-446B-AD0B-00377EA95D9A}" type="presParOf" srcId="{4A0D4DD2-33F0-402F-997D-3867A86AFED6}" destId="{9032505B-83BE-4B71-BBC9-9AD93FB53629}" srcOrd="3" destOrd="0" presId="urn:microsoft.com/office/officeart/2018/5/layout/CenteredIconLabelDescriptionList"/>
    <dgm:cxn modelId="{3087D11F-9075-4288-8F18-6A573C4D46AC}" type="presParOf" srcId="{4A0D4DD2-33F0-402F-997D-3867A86AFED6}" destId="{4965DAE8-76C8-4802-B22D-0B9FB2813047}" srcOrd="4" destOrd="0" presId="urn:microsoft.com/office/officeart/2018/5/layout/CenteredIconLabelDescriptionList"/>
    <dgm:cxn modelId="{6C4D094B-B186-4C58-A250-EC54B57A1853}" type="presParOf" srcId="{878E161B-3ED4-4689-A841-8FAEC1F8AB9E}" destId="{BE515E13-75BC-48AD-8E85-A1E9188FBB8C}" srcOrd="1" destOrd="0" presId="urn:microsoft.com/office/officeart/2018/5/layout/CenteredIconLabelDescriptionList"/>
    <dgm:cxn modelId="{0170263F-E595-4353-9E7B-553A686BE40E}" type="presParOf" srcId="{878E161B-3ED4-4689-A841-8FAEC1F8AB9E}" destId="{FD14A155-BBCC-4313-9D7B-08F56BDFDB0B}" srcOrd="2" destOrd="0" presId="urn:microsoft.com/office/officeart/2018/5/layout/CenteredIconLabelDescriptionList"/>
    <dgm:cxn modelId="{2FEFA31B-1503-4BDF-9F15-CAEC5843629D}" type="presParOf" srcId="{FD14A155-BBCC-4313-9D7B-08F56BDFDB0B}" destId="{3867564C-3C3C-47C2-8F9B-6876AE06953E}" srcOrd="0" destOrd="0" presId="urn:microsoft.com/office/officeart/2018/5/layout/CenteredIconLabelDescriptionList"/>
    <dgm:cxn modelId="{2E9736CA-A370-4E54-AFAA-20DD03065F50}" type="presParOf" srcId="{FD14A155-BBCC-4313-9D7B-08F56BDFDB0B}" destId="{81D9AEBD-C41C-4881-AC9A-F277D50A74D0}" srcOrd="1" destOrd="0" presId="urn:microsoft.com/office/officeart/2018/5/layout/CenteredIconLabelDescriptionList"/>
    <dgm:cxn modelId="{EB51D765-AA4E-45F2-8ACE-CD36C6BCE863}" type="presParOf" srcId="{FD14A155-BBCC-4313-9D7B-08F56BDFDB0B}" destId="{AFF533E1-7E25-47EB-B110-BB5B35EF4607}" srcOrd="2" destOrd="0" presId="urn:microsoft.com/office/officeart/2018/5/layout/CenteredIconLabelDescriptionList"/>
    <dgm:cxn modelId="{05EBC715-A755-4A26-B0FA-BC21D60E631E}" type="presParOf" srcId="{FD14A155-BBCC-4313-9D7B-08F56BDFDB0B}" destId="{65844329-6578-494A-81DF-9AFA10409B30}" srcOrd="3" destOrd="0" presId="urn:microsoft.com/office/officeart/2018/5/layout/CenteredIconLabelDescriptionList"/>
    <dgm:cxn modelId="{1345D2C3-4CCE-4589-809E-09EAB89A5E7D}" type="presParOf" srcId="{FD14A155-BBCC-4313-9D7B-08F56BDFDB0B}" destId="{AF53C74B-2655-401B-BB8C-076CB4D299EF}"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59894C-E191-4E79-B8F6-49DF547F9B59}">
      <dsp:nvSpPr>
        <dsp:cNvPr id="0" name=""/>
        <dsp:cNvSpPr/>
      </dsp:nvSpPr>
      <dsp:spPr>
        <a:xfrm>
          <a:off x="3345" y="1535431"/>
          <a:ext cx="2388646" cy="151679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C30EA1-171A-46C1-9BF7-7C51B57FDC9C}">
      <dsp:nvSpPr>
        <dsp:cNvPr id="0" name=""/>
        <dsp:cNvSpPr/>
      </dsp:nvSpPr>
      <dsp:spPr>
        <a:xfrm>
          <a:off x="268750" y="1787566"/>
          <a:ext cx="2388646" cy="151679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Mirna Ayman </a:t>
          </a:r>
          <a:r>
            <a:rPr lang="en-US" sz="3000" kern="1200" dirty="0" err="1"/>
            <a:t>kamal</a:t>
          </a:r>
          <a:r>
            <a:rPr lang="en-US" sz="3000" kern="1200" dirty="0"/>
            <a:t>  </a:t>
          </a:r>
        </a:p>
      </dsp:txBody>
      <dsp:txXfrm>
        <a:off x="313175" y="1831991"/>
        <a:ext cx="2299796" cy="1427940"/>
      </dsp:txXfrm>
    </dsp:sp>
    <dsp:sp modelId="{86A11CAF-D43A-435A-A44A-5A9ADC11FDD8}">
      <dsp:nvSpPr>
        <dsp:cNvPr id="0" name=""/>
        <dsp:cNvSpPr/>
      </dsp:nvSpPr>
      <dsp:spPr>
        <a:xfrm>
          <a:off x="2922802" y="1535431"/>
          <a:ext cx="2388646" cy="151679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E6DF30-7899-415F-9F9A-4C6DE3E84D26}">
      <dsp:nvSpPr>
        <dsp:cNvPr id="0" name=""/>
        <dsp:cNvSpPr/>
      </dsp:nvSpPr>
      <dsp:spPr>
        <a:xfrm>
          <a:off x="3188207" y="1787566"/>
          <a:ext cx="2388646" cy="151679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Mohamed Ahmed </a:t>
          </a:r>
          <a:r>
            <a:rPr lang="en-US" sz="3000" kern="1200" dirty="0" err="1"/>
            <a:t>salem</a:t>
          </a:r>
          <a:endParaRPr lang="en-US" sz="3000" kern="1200" dirty="0"/>
        </a:p>
      </dsp:txBody>
      <dsp:txXfrm>
        <a:off x="3232632" y="1831991"/>
        <a:ext cx="2299796" cy="1427940"/>
      </dsp:txXfrm>
    </dsp:sp>
    <dsp:sp modelId="{45A61010-5F46-49D5-A2F1-893BCCBD0784}">
      <dsp:nvSpPr>
        <dsp:cNvPr id="0" name=""/>
        <dsp:cNvSpPr/>
      </dsp:nvSpPr>
      <dsp:spPr>
        <a:xfrm>
          <a:off x="5842259" y="1535431"/>
          <a:ext cx="2388646" cy="151679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0C21A3-FEEF-4F47-AB16-20D4AAEC61F3}">
      <dsp:nvSpPr>
        <dsp:cNvPr id="0" name=""/>
        <dsp:cNvSpPr/>
      </dsp:nvSpPr>
      <dsp:spPr>
        <a:xfrm>
          <a:off x="6107664" y="1787566"/>
          <a:ext cx="2388646" cy="151679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Heba</a:t>
          </a:r>
        </a:p>
        <a:p>
          <a:pPr marL="0" lvl="0" indent="0" algn="ctr" defTabSz="1333500">
            <a:lnSpc>
              <a:spcPct val="90000"/>
            </a:lnSpc>
            <a:spcBef>
              <a:spcPct val="0"/>
            </a:spcBef>
            <a:spcAft>
              <a:spcPct val="35000"/>
            </a:spcAft>
            <a:buNone/>
          </a:pPr>
          <a:r>
            <a:rPr lang="en-US" sz="3000" kern="1200" dirty="0"/>
            <a:t>Elsayed </a:t>
          </a:r>
          <a:r>
            <a:rPr lang="en-US" sz="3000" kern="1200" dirty="0" err="1"/>
            <a:t>khalil</a:t>
          </a:r>
          <a:r>
            <a:rPr lang="en-US" sz="3000" kern="1200" dirty="0"/>
            <a:t> </a:t>
          </a:r>
        </a:p>
      </dsp:txBody>
      <dsp:txXfrm>
        <a:off x="6152089" y="1831991"/>
        <a:ext cx="2299796" cy="1427940"/>
      </dsp:txXfrm>
    </dsp:sp>
    <dsp:sp modelId="{DBBE89C8-13EA-4599-BE13-29CE281895D1}">
      <dsp:nvSpPr>
        <dsp:cNvPr id="0" name=""/>
        <dsp:cNvSpPr/>
      </dsp:nvSpPr>
      <dsp:spPr>
        <a:xfrm>
          <a:off x="8761715" y="1535431"/>
          <a:ext cx="2388646" cy="151679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82850B-E1E1-4B28-843B-92CA007EDD7D}">
      <dsp:nvSpPr>
        <dsp:cNvPr id="0" name=""/>
        <dsp:cNvSpPr/>
      </dsp:nvSpPr>
      <dsp:spPr>
        <a:xfrm>
          <a:off x="9027121" y="1787566"/>
          <a:ext cx="2388646" cy="151679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Mariam </a:t>
          </a:r>
          <a:r>
            <a:rPr lang="en-US" sz="3000" kern="1200" dirty="0" err="1"/>
            <a:t>morris</a:t>
          </a:r>
          <a:r>
            <a:rPr lang="en-US" sz="3000" kern="1200" dirty="0"/>
            <a:t> </a:t>
          </a:r>
          <a:r>
            <a:rPr lang="en-US" sz="3000" kern="1200" dirty="0" err="1"/>
            <a:t>fekry</a:t>
          </a:r>
          <a:endParaRPr lang="en-US" sz="3000" kern="1200" dirty="0"/>
        </a:p>
      </dsp:txBody>
      <dsp:txXfrm>
        <a:off x="9071546" y="1831991"/>
        <a:ext cx="2299796" cy="14279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4CECEB-31D1-4148-A3BA-7C8D9D2C6BE8}">
      <dsp:nvSpPr>
        <dsp:cNvPr id="0" name=""/>
        <dsp:cNvSpPr/>
      </dsp:nvSpPr>
      <dsp:spPr>
        <a:xfrm>
          <a:off x="692785" y="138727"/>
          <a:ext cx="2058750" cy="20587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555400-09DD-40BF-B4DE-E0A2CB4A297F}">
      <dsp:nvSpPr>
        <dsp:cNvPr id="0" name=""/>
        <dsp:cNvSpPr/>
      </dsp:nvSpPr>
      <dsp:spPr>
        <a:xfrm>
          <a:off x="1131535" y="577478"/>
          <a:ext cx="1181250" cy="11812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452908-FDC2-4679-89FA-2A80A7C2521D}">
      <dsp:nvSpPr>
        <dsp:cNvPr id="0" name=""/>
        <dsp:cNvSpPr/>
      </dsp:nvSpPr>
      <dsp:spPr>
        <a:xfrm>
          <a:off x="34660" y="2838728"/>
          <a:ext cx="3375000" cy="11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dirty="0"/>
            <a:t>Data Preparation and Cleaning:</a:t>
          </a:r>
          <a:br>
            <a:rPr lang="en-US" sz="1400" kern="1200" dirty="0"/>
          </a:br>
          <a:r>
            <a:rPr lang="en-US" sz="1400" kern="1200" dirty="0"/>
            <a:t>To organize, validate, and clean the raw data by removing duplicates, handling missing values, and correcting inconsistencies to ensure analytical accuracy.</a:t>
          </a:r>
        </a:p>
      </dsp:txBody>
      <dsp:txXfrm>
        <a:off x="34660" y="2838728"/>
        <a:ext cx="3375000" cy="1170000"/>
      </dsp:txXfrm>
    </dsp:sp>
    <dsp:sp modelId="{11A3217C-63FC-4696-8BF9-2B4923923311}">
      <dsp:nvSpPr>
        <dsp:cNvPr id="0" name=""/>
        <dsp:cNvSpPr/>
      </dsp:nvSpPr>
      <dsp:spPr>
        <a:xfrm>
          <a:off x="4658410" y="138727"/>
          <a:ext cx="2058750" cy="20587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DE06EC-9FE4-45EC-A1B8-1817A76F5F4A}">
      <dsp:nvSpPr>
        <dsp:cNvPr id="0" name=""/>
        <dsp:cNvSpPr/>
      </dsp:nvSpPr>
      <dsp:spPr>
        <a:xfrm>
          <a:off x="5097160" y="577478"/>
          <a:ext cx="1181250" cy="11812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80AB05-0713-491A-B20F-F3D448155648}">
      <dsp:nvSpPr>
        <dsp:cNvPr id="0" name=""/>
        <dsp:cNvSpPr/>
      </dsp:nvSpPr>
      <dsp:spPr>
        <a:xfrm>
          <a:off x="4000285" y="2838728"/>
          <a:ext cx="3375000" cy="11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dirty="0"/>
            <a:t>Descriptive Analysis:</a:t>
          </a:r>
          <a:br>
            <a:rPr lang="en-US" sz="1400" kern="1200" dirty="0"/>
          </a:br>
          <a:r>
            <a:rPr lang="en-US" sz="1400" kern="1200" dirty="0"/>
            <a:t>To summarize the key characteristics of train trips — including frequencies, average travel durations, and fare distributions — to identify general patterns in railway operations.</a:t>
          </a:r>
        </a:p>
      </dsp:txBody>
      <dsp:txXfrm>
        <a:off x="4000285" y="2838728"/>
        <a:ext cx="3375000" cy="1170000"/>
      </dsp:txXfrm>
    </dsp:sp>
    <dsp:sp modelId="{7AB233B6-CDFE-4D1D-87CA-412E89D8BE26}">
      <dsp:nvSpPr>
        <dsp:cNvPr id="0" name=""/>
        <dsp:cNvSpPr/>
      </dsp:nvSpPr>
      <dsp:spPr>
        <a:xfrm>
          <a:off x="8624035" y="138727"/>
          <a:ext cx="2058750" cy="20587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03C76D-5398-4E0F-9683-F35900399AFD}">
      <dsp:nvSpPr>
        <dsp:cNvPr id="0" name=""/>
        <dsp:cNvSpPr/>
      </dsp:nvSpPr>
      <dsp:spPr>
        <a:xfrm>
          <a:off x="9062785" y="577478"/>
          <a:ext cx="1181250" cy="1181250"/>
        </a:xfrm>
        <a:prstGeom prst="rect">
          <a:avLst/>
        </a:prstGeom>
        <a:blipFill>
          <a:blip xmlns:r="http://schemas.openxmlformats.org/officeDocument/2006/relationships"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0"/>
                    </a14:imgEffect>
                  </a14:imgLayer>
                </a14:imgProps>
              </a:ext>
            </a:extLst>
          </a:blip>
          <a:srcRect/>
          <a:stretch>
            <a:fillRect l="-25000" r="-25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B7A834-9C8A-43C9-BC4B-FA9DC468EB81}">
      <dsp:nvSpPr>
        <dsp:cNvPr id="0" name=""/>
        <dsp:cNvSpPr/>
      </dsp:nvSpPr>
      <dsp:spPr>
        <a:xfrm>
          <a:off x="7965910" y="2838728"/>
          <a:ext cx="3375000" cy="11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dirty="0"/>
            <a:t>Passenger Behavior Analysis:</a:t>
          </a:r>
          <a:br>
            <a:rPr lang="en-US" sz="1400" kern="1200" dirty="0"/>
          </a:br>
          <a:r>
            <a:rPr lang="en-US" sz="1400" kern="1200" dirty="0"/>
            <a:t>To study trends in passenger volume across different stations, routes, and times to understand travel demand and its influencing factors.</a:t>
          </a:r>
        </a:p>
      </dsp:txBody>
      <dsp:txXfrm>
        <a:off x="7965910" y="2838728"/>
        <a:ext cx="3375000" cy="117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F73569-AE85-4497-A1BF-25E612BD8A2D}">
      <dsp:nvSpPr>
        <dsp:cNvPr id="0" name=""/>
        <dsp:cNvSpPr/>
      </dsp:nvSpPr>
      <dsp:spPr>
        <a:xfrm>
          <a:off x="706450" y="122207"/>
          <a:ext cx="1990125" cy="199012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E29321-C2EB-43A1-8B92-15C2CFC364AA}">
      <dsp:nvSpPr>
        <dsp:cNvPr id="0" name=""/>
        <dsp:cNvSpPr/>
      </dsp:nvSpPr>
      <dsp:spPr>
        <a:xfrm>
          <a:off x="1130575" y="546332"/>
          <a:ext cx="1141875" cy="11418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01C465-21EC-4F4B-B1DB-24BB6AEF9F50}">
      <dsp:nvSpPr>
        <dsp:cNvPr id="0" name=""/>
        <dsp:cNvSpPr/>
      </dsp:nvSpPr>
      <dsp:spPr>
        <a:xfrm>
          <a:off x="70263" y="2732207"/>
          <a:ext cx="3262500" cy="1168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dirty="0"/>
            <a:t>Performance Evaluation:</a:t>
          </a:r>
          <a:br>
            <a:rPr lang="en-US" sz="1400" kern="1200" dirty="0"/>
          </a:br>
          <a:r>
            <a:rPr lang="en-US" sz="1400" kern="1200" dirty="0"/>
            <a:t>To evaluate punctuality and efficiency of trains by analyzing travel times and delays (if applicable).</a:t>
          </a:r>
        </a:p>
      </dsp:txBody>
      <dsp:txXfrm>
        <a:off x="70263" y="2732207"/>
        <a:ext cx="3262500" cy="1168945"/>
      </dsp:txXfrm>
    </dsp:sp>
    <dsp:sp modelId="{A615ED4E-9F8F-4EF5-B8AA-5BA2DA2AC1E4}">
      <dsp:nvSpPr>
        <dsp:cNvPr id="0" name=""/>
        <dsp:cNvSpPr/>
      </dsp:nvSpPr>
      <dsp:spPr>
        <a:xfrm>
          <a:off x="4539888" y="122207"/>
          <a:ext cx="1990125" cy="199012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089C5A-65AA-4087-A69A-B45C681A52F5}">
      <dsp:nvSpPr>
        <dsp:cNvPr id="0" name=""/>
        <dsp:cNvSpPr/>
      </dsp:nvSpPr>
      <dsp:spPr>
        <a:xfrm>
          <a:off x="4964013" y="546332"/>
          <a:ext cx="1141875" cy="11418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7E19D2-F69C-40C8-8A69-FAAA3512A753}">
      <dsp:nvSpPr>
        <dsp:cNvPr id="0" name=""/>
        <dsp:cNvSpPr/>
      </dsp:nvSpPr>
      <dsp:spPr>
        <a:xfrm>
          <a:off x="3903700" y="2732207"/>
          <a:ext cx="3262500" cy="1168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dirty="0"/>
            <a:t>Visualization and Insights:</a:t>
          </a:r>
          <a:br>
            <a:rPr lang="en-US" sz="1400" kern="1200" dirty="0"/>
          </a:br>
          <a:r>
            <a:rPr lang="en-US" sz="1400" kern="1200" dirty="0"/>
            <a:t>To build clear and interactive dashboards using tools such as Tableau or Power BI, illustrating insights about routes, peak travel times, and ticket pricing.</a:t>
          </a:r>
        </a:p>
      </dsp:txBody>
      <dsp:txXfrm>
        <a:off x="3903700" y="2732207"/>
        <a:ext cx="3262500" cy="1168945"/>
      </dsp:txXfrm>
    </dsp:sp>
    <dsp:sp modelId="{24F9F104-66DE-4D2C-80C0-710E1C45C83F}">
      <dsp:nvSpPr>
        <dsp:cNvPr id="0" name=""/>
        <dsp:cNvSpPr/>
      </dsp:nvSpPr>
      <dsp:spPr>
        <a:xfrm>
          <a:off x="8373325" y="122207"/>
          <a:ext cx="1990125" cy="199012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432015-64D7-4923-9E3D-2B5D9DCE9ABC}">
      <dsp:nvSpPr>
        <dsp:cNvPr id="0" name=""/>
        <dsp:cNvSpPr/>
      </dsp:nvSpPr>
      <dsp:spPr>
        <a:xfrm>
          <a:off x="8797450" y="546332"/>
          <a:ext cx="1141875" cy="1141875"/>
        </a:xfrm>
        <a:prstGeom prst="rect">
          <a:avLst/>
        </a:prstGeom>
        <a:blipFill>
          <a:blip xmlns:r="http://schemas.openxmlformats.org/officeDocument/2006/relationships" r:embed="rId5"/>
          <a:srcRect/>
          <a:stretch>
            <a:fillRect t="-4000" b="-4000"/>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97A07F-6B69-4B7B-A38B-0C490DE54F88}">
      <dsp:nvSpPr>
        <dsp:cNvPr id="0" name=""/>
        <dsp:cNvSpPr/>
      </dsp:nvSpPr>
      <dsp:spPr>
        <a:xfrm>
          <a:off x="7737138" y="2732207"/>
          <a:ext cx="3262500" cy="1168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dirty="0"/>
            <a:t>Decision Support:</a:t>
          </a:r>
          <a:br>
            <a:rPr lang="en-US" sz="1400" kern="1200" dirty="0"/>
          </a:br>
          <a:r>
            <a:rPr lang="en-US" sz="1400" kern="1200" dirty="0"/>
            <a:t>To provide actionable insights and recommendations that can help improve scheduling, route planning, and customer satisfaction in railway services.</a:t>
          </a:r>
        </a:p>
      </dsp:txBody>
      <dsp:txXfrm>
        <a:off x="7737138" y="2732207"/>
        <a:ext cx="3262500" cy="11689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1B17D-8D74-4FC4-83FC-B99160525512}">
      <dsp:nvSpPr>
        <dsp:cNvPr id="0" name=""/>
        <dsp:cNvSpPr/>
      </dsp:nvSpPr>
      <dsp:spPr>
        <a:xfrm>
          <a:off x="1263" y="306556"/>
          <a:ext cx="4436205" cy="2816990"/>
        </a:xfrm>
        <a:prstGeom prst="roundRect">
          <a:avLst>
            <a:gd name="adj" fmla="val 10000"/>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6FC7B869-AFA7-410D-BCA0-67078DC3091D}">
      <dsp:nvSpPr>
        <dsp:cNvPr id="0" name=""/>
        <dsp:cNvSpPr/>
      </dsp:nvSpPr>
      <dsp:spPr>
        <a:xfrm>
          <a:off x="494175" y="774822"/>
          <a:ext cx="4436205" cy="281699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Week 1 – Data Exploration:</a:t>
          </a:r>
          <a:br>
            <a:rPr lang="en-US" sz="1800" kern="1200" dirty="0"/>
          </a:br>
          <a:r>
            <a:rPr lang="en-US" sz="1800" kern="1200" dirty="0"/>
            <a:t>The dataset will be loaded into the working environment, and a detailed examination of the columns and data types will be conducted to identify key variables such as departure and arrival stations, trip times, ticket prices, and train classes.</a:t>
          </a:r>
          <a:br>
            <a:rPr lang="en-US" sz="1800" kern="1200" dirty="0"/>
          </a:br>
          <a:r>
            <a:rPr lang="en-US" sz="1800" kern="1200" dirty="0"/>
            <a:t>Missing values and data inconsistencies will be analyzed to understand potential issues that may affect the analysis process.</a:t>
          </a:r>
        </a:p>
      </dsp:txBody>
      <dsp:txXfrm>
        <a:off x="576682" y="857329"/>
        <a:ext cx="4271191" cy="2651976"/>
      </dsp:txXfrm>
    </dsp:sp>
    <dsp:sp modelId="{B4176D00-16E5-4545-AFF9-EA96DAD24936}">
      <dsp:nvSpPr>
        <dsp:cNvPr id="0" name=""/>
        <dsp:cNvSpPr/>
      </dsp:nvSpPr>
      <dsp:spPr>
        <a:xfrm>
          <a:off x="5423293" y="306556"/>
          <a:ext cx="4436205" cy="2816990"/>
        </a:xfrm>
        <a:prstGeom prst="roundRect">
          <a:avLst>
            <a:gd name="adj" fmla="val 10000"/>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99C262C2-FFC6-40D8-8868-44F4ED2F79A2}">
      <dsp:nvSpPr>
        <dsp:cNvPr id="0" name=""/>
        <dsp:cNvSpPr/>
      </dsp:nvSpPr>
      <dsp:spPr>
        <a:xfrm>
          <a:off x="5916205" y="774822"/>
          <a:ext cx="4436205" cy="281699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t>Week 2 – Data Cleaning:</a:t>
          </a:r>
          <a:br>
            <a:rPr lang="en-US" sz="1800" kern="1200"/>
          </a:br>
          <a:r>
            <a:rPr lang="en-US" sz="1800" kern="1200"/>
            <a:t>Missing or duplicated records will be handled, and column formats (e.g., date, station names) will be standardized.</a:t>
          </a:r>
          <a:br>
            <a:rPr lang="en-US" sz="1800" kern="1200"/>
          </a:br>
          <a:r>
            <a:rPr lang="en-US" sz="1800" kern="1200"/>
            <a:t>Any detected input or formatting errors will be corrected. A clean and verified version of the dataset will be created for further analysis.</a:t>
          </a:r>
        </a:p>
      </dsp:txBody>
      <dsp:txXfrm>
        <a:off x="5998712" y="857329"/>
        <a:ext cx="4271191" cy="26519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C639C5-0CEC-4C87-B9E6-83CCF9A328A3}">
      <dsp:nvSpPr>
        <dsp:cNvPr id="0" name=""/>
        <dsp:cNvSpPr/>
      </dsp:nvSpPr>
      <dsp:spPr>
        <a:xfrm>
          <a:off x="1263" y="306556"/>
          <a:ext cx="4436205" cy="2816990"/>
        </a:xfrm>
        <a:prstGeom prst="roundRect">
          <a:avLst>
            <a:gd name="adj" fmla="val 10000"/>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19D705D5-9099-447C-9260-4FFC47CF14D9}">
      <dsp:nvSpPr>
        <dsp:cNvPr id="0" name=""/>
        <dsp:cNvSpPr/>
      </dsp:nvSpPr>
      <dsp:spPr>
        <a:xfrm>
          <a:off x="494175" y="774822"/>
          <a:ext cx="4436205" cy="281699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Week 3 – Descriptive Analysis:</a:t>
          </a:r>
          <a:br>
            <a:rPr lang="en-US" sz="2100" kern="1200" dirty="0"/>
          </a:br>
          <a:r>
            <a:rPr lang="en-US" sz="2100" kern="1200" dirty="0"/>
            <a:t>Descriptive statistics will be performed to identify key trends, such as the number of daily trips, average trip duration, and passenger distribution by destination.</a:t>
          </a:r>
          <a:br>
            <a:rPr lang="en-US" sz="2100" kern="1200" dirty="0"/>
          </a:br>
          <a:r>
            <a:rPr lang="en-US" sz="2100" kern="1200" dirty="0"/>
            <a:t>Summary tables and preliminary visualizations will be developed to detect patterns within the data.</a:t>
          </a:r>
        </a:p>
      </dsp:txBody>
      <dsp:txXfrm>
        <a:off x="576682" y="857329"/>
        <a:ext cx="4271191" cy="2651976"/>
      </dsp:txXfrm>
    </dsp:sp>
    <dsp:sp modelId="{3DB43A1E-FEFE-45D6-A8CC-4BF40DCDC138}">
      <dsp:nvSpPr>
        <dsp:cNvPr id="0" name=""/>
        <dsp:cNvSpPr/>
      </dsp:nvSpPr>
      <dsp:spPr>
        <a:xfrm>
          <a:off x="5423293" y="306556"/>
          <a:ext cx="4436205" cy="2816990"/>
        </a:xfrm>
        <a:prstGeom prst="roundRect">
          <a:avLst>
            <a:gd name="adj" fmla="val 10000"/>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684890E3-77F8-47E2-BDE6-50EACDBB2B2F}">
      <dsp:nvSpPr>
        <dsp:cNvPr id="0" name=""/>
        <dsp:cNvSpPr/>
      </dsp:nvSpPr>
      <dsp:spPr>
        <a:xfrm>
          <a:off x="5916205" y="774822"/>
          <a:ext cx="4436205" cy="281699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a:t>Week 4 – Advanced Analysis:</a:t>
          </a:r>
          <a:br>
            <a:rPr lang="en-US" sz="2100" kern="1200"/>
          </a:br>
          <a:r>
            <a:rPr lang="en-US" sz="2100" kern="1200"/>
            <a:t>Relationships between variables will be analyzed, such as the correlation between ticket price and trip duration or the distribution of trips across different time periods.</a:t>
          </a:r>
          <a:br>
            <a:rPr lang="en-US" sz="2100" kern="1200"/>
          </a:br>
          <a:r>
            <a:rPr lang="en-US" sz="2100" kern="1200"/>
            <a:t>Potential hypotheses will be tested (e.g., Are morning trips faster? Do ticket prices vary by train type?).</a:t>
          </a:r>
        </a:p>
      </dsp:txBody>
      <dsp:txXfrm>
        <a:off x="5998712" y="857329"/>
        <a:ext cx="4271191" cy="265197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189816-CF73-42ED-9CB3-61026F3ACADC}">
      <dsp:nvSpPr>
        <dsp:cNvPr id="0" name=""/>
        <dsp:cNvSpPr/>
      </dsp:nvSpPr>
      <dsp:spPr>
        <a:xfrm>
          <a:off x="1263" y="306556"/>
          <a:ext cx="4436205" cy="2816990"/>
        </a:xfrm>
        <a:prstGeom prst="roundRect">
          <a:avLst>
            <a:gd name="adj" fmla="val 10000"/>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686C2A76-DDCF-4440-9FB6-C1DF17636E58}">
      <dsp:nvSpPr>
        <dsp:cNvPr id="0" name=""/>
        <dsp:cNvSpPr/>
      </dsp:nvSpPr>
      <dsp:spPr>
        <a:xfrm>
          <a:off x="494175" y="774822"/>
          <a:ext cx="4436205" cy="281699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Week 5 – Dashboard Development:</a:t>
          </a:r>
          <a:br>
            <a:rPr lang="en-US" sz="2000" kern="1200"/>
          </a:br>
          <a:r>
            <a:rPr lang="en-US" sz="2000" kern="1200"/>
            <a:t>A visual and interactive dashboard will be designed using Tableau, Power BI, or a similar tool to present the analytical findings.</a:t>
          </a:r>
          <a:br>
            <a:rPr lang="en-US" sz="2000" kern="1200"/>
          </a:br>
          <a:r>
            <a:rPr lang="en-US" sz="2000" kern="1200"/>
            <a:t>The dashboard will display key metrics such as the total number of trips, most frequent destinations, and average ticket prices, with interactive filters for user exploration.</a:t>
          </a:r>
        </a:p>
      </dsp:txBody>
      <dsp:txXfrm>
        <a:off x="576682" y="857329"/>
        <a:ext cx="4271191" cy="2651976"/>
      </dsp:txXfrm>
    </dsp:sp>
    <dsp:sp modelId="{ECF10026-C16E-445A-8CDD-B3EF12D9A088}">
      <dsp:nvSpPr>
        <dsp:cNvPr id="0" name=""/>
        <dsp:cNvSpPr/>
      </dsp:nvSpPr>
      <dsp:spPr>
        <a:xfrm>
          <a:off x="5423293" y="306556"/>
          <a:ext cx="4436205" cy="2816990"/>
        </a:xfrm>
        <a:prstGeom prst="roundRect">
          <a:avLst>
            <a:gd name="adj" fmla="val 10000"/>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A76B405C-BF72-4F97-AF67-90C4E8799320}">
      <dsp:nvSpPr>
        <dsp:cNvPr id="0" name=""/>
        <dsp:cNvSpPr/>
      </dsp:nvSpPr>
      <dsp:spPr>
        <a:xfrm>
          <a:off x="5916205" y="774822"/>
          <a:ext cx="4436205" cy="281699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Week 6 – Review and Optimization:</a:t>
          </a:r>
          <a:br>
            <a:rPr lang="en-US" sz="2000" kern="1200"/>
          </a:br>
          <a:r>
            <a:rPr lang="en-US" sz="2000" kern="1200"/>
            <a:t>The analytical results and dashboard design will be reviewed and refined to ensure accuracy, clarity, and usability.</a:t>
          </a:r>
          <a:br>
            <a:rPr lang="en-US" sz="2000" kern="1200"/>
          </a:br>
          <a:r>
            <a:rPr lang="en-US" sz="2000" kern="1200"/>
            <a:t>An executive summary will be prepared to highlight the main findings and insights derived from the data.</a:t>
          </a:r>
        </a:p>
      </dsp:txBody>
      <dsp:txXfrm>
        <a:off x="5998712" y="857329"/>
        <a:ext cx="4271191" cy="26519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10026-C16E-445A-8CDD-B3EF12D9A088}">
      <dsp:nvSpPr>
        <dsp:cNvPr id="0" name=""/>
        <dsp:cNvSpPr/>
      </dsp:nvSpPr>
      <dsp:spPr>
        <a:xfrm>
          <a:off x="2254755" y="1616"/>
          <a:ext cx="5259747" cy="3339939"/>
        </a:xfrm>
        <a:prstGeom prst="roundRect">
          <a:avLst>
            <a:gd name="adj" fmla="val 10000"/>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A76B405C-BF72-4F97-AF67-90C4E8799320}">
      <dsp:nvSpPr>
        <dsp:cNvPr id="0" name=""/>
        <dsp:cNvSpPr/>
      </dsp:nvSpPr>
      <dsp:spPr>
        <a:xfrm>
          <a:off x="2839171" y="556812"/>
          <a:ext cx="5259747" cy="333993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1" kern="1200" dirty="0">
              <a:effectLst/>
            </a:rPr>
            <a:t>Week 7 – Final Presentation and Submission:</a:t>
          </a:r>
          <a:br>
            <a:rPr lang="en-US" sz="2500" kern="1200" dirty="0">
              <a:effectLst/>
            </a:rPr>
          </a:br>
          <a:r>
            <a:rPr lang="en-US" sz="2500" kern="1200" dirty="0">
              <a:effectLst/>
            </a:rPr>
            <a:t>The final project deliverables—including the cleaned dataset, analysis files, and interactive dashboard—will be compiled and presented.</a:t>
          </a:r>
          <a:br>
            <a:rPr lang="en-US" sz="2500" kern="1200" dirty="0">
              <a:effectLst/>
            </a:rPr>
          </a:br>
          <a:r>
            <a:rPr lang="en-US" sz="2500" kern="1200" dirty="0">
              <a:effectLst/>
            </a:rPr>
            <a:t>Key results and recommendations for improving train service planning will be discussed during the final review.</a:t>
          </a:r>
          <a:endParaRPr lang="en-US" sz="2500" kern="1200" dirty="0"/>
        </a:p>
      </dsp:txBody>
      <dsp:txXfrm>
        <a:off x="2936994" y="654635"/>
        <a:ext cx="5064101" cy="314429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34E00D-900A-4B14-AA94-738DFB4AA75E}">
      <dsp:nvSpPr>
        <dsp:cNvPr id="0" name=""/>
        <dsp:cNvSpPr/>
      </dsp:nvSpPr>
      <dsp:spPr>
        <a:xfrm>
          <a:off x="2349902" y="3998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6C1CE8-F510-463D-A344-189603ACE59A}">
      <dsp:nvSpPr>
        <dsp:cNvPr id="0" name=""/>
        <dsp:cNvSpPr/>
      </dsp:nvSpPr>
      <dsp:spPr>
        <a:xfrm>
          <a:off x="945902" y="174514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b="1"/>
          </a:pPr>
          <a:r>
            <a:rPr lang="en-US" sz="2900" b="1" kern="1200"/>
            <a:t>Data Cleaning &amp; Processing</a:t>
          </a:r>
          <a:endParaRPr lang="en-US" sz="2900" kern="1200"/>
        </a:p>
      </dsp:txBody>
      <dsp:txXfrm>
        <a:off x="945902" y="1745141"/>
        <a:ext cx="4320000" cy="648000"/>
      </dsp:txXfrm>
    </dsp:sp>
    <dsp:sp modelId="{C7C4F436-F835-4F3A-AF4F-935CE3503DA4}">
      <dsp:nvSpPr>
        <dsp:cNvPr id="0" name=""/>
        <dsp:cNvSpPr/>
      </dsp:nvSpPr>
      <dsp:spPr>
        <a:xfrm>
          <a:off x="945902" y="2482982"/>
          <a:ext cx="4320000" cy="20490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100% of missing or duplicate data will be identified and handled effectively.</a:t>
          </a:r>
        </a:p>
        <a:p>
          <a:pPr marL="0" lvl="0" indent="0" algn="ctr" defTabSz="755650">
            <a:lnSpc>
              <a:spcPct val="100000"/>
            </a:lnSpc>
            <a:spcBef>
              <a:spcPct val="0"/>
            </a:spcBef>
            <a:spcAft>
              <a:spcPct val="35000"/>
            </a:spcAft>
            <a:buNone/>
          </a:pPr>
          <a:r>
            <a:rPr lang="en-US" sz="1700" kern="1200"/>
            <a:t>All data types (dates, text, and numeric values) will be standardized for accurate analysis.</a:t>
          </a:r>
        </a:p>
        <a:p>
          <a:pPr marL="0" lvl="0" indent="0" algn="ctr" defTabSz="755650">
            <a:lnSpc>
              <a:spcPct val="100000"/>
            </a:lnSpc>
            <a:spcBef>
              <a:spcPct val="0"/>
            </a:spcBef>
            <a:spcAft>
              <a:spcPct val="35000"/>
            </a:spcAft>
            <a:buNone/>
          </a:pPr>
          <a:r>
            <a:rPr lang="en-US" sz="1700" kern="1200"/>
            <a:t>Data validation checks will be conducted to ensure consistency across all variables.</a:t>
          </a:r>
        </a:p>
      </dsp:txBody>
      <dsp:txXfrm>
        <a:off x="945902" y="2482982"/>
        <a:ext cx="4320000" cy="2049033"/>
      </dsp:txXfrm>
    </dsp:sp>
    <dsp:sp modelId="{57736C50-6F08-4CDC-9002-C7DD19B64794}">
      <dsp:nvSpPr>
        <dsp:cNvPr id="0" name=""/>
        <dsp:cNvSpPr/>
      </dsp:nvSpPr>
      <dsp:spPr>
        <a:xfrm>
          <a:off x="7425902" y="3998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93E78A-94A7-416C-9AE8-337355D00D26}">
      <dsp:nvSpPr>
        <dsp:cNvPr id="0" name=""/>
        <dsp:cNvSpPr/>
      </dsp:nvSpPr>
      <dsp:spPr>
        <a:xfrm>
          <a:off x="6021902" y="174514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b="1"/>
          </a:pPr>
          <a:r>
            <a:rPr lang="en-US" sz="2900" b="1" kern="1200"/>
            <a:t>Analysis &amp; Insights</a:t>
          </a:r>
          <a:endParaRPr lang="en-US" sz="2900" kern="1200"/>
        </a:p>
      </dsp:txBody>
      <dsp:txXfrm>
        <a:off x="6021902" y="1745141"/>
        <a:ext cx="4320000" cy="648000"/>
      </dsp:txXfrm>
    </dsp:sp>
    <dsp:sp modelId="{38666225-EC8D-4DE7-89C5-35F3B705E79A}">
      <dsp:nvSpPr>
        <dsp:cNvPr id="0" name=""/>
        <dsp:cNvSpPr/>
      </dsp:nvSpPr>
      <dsp:spPr>
        <a:xfrm>
          <a:off x="6021902" y="2482982"/>
          <a:ext cx="4320000" cy="20490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At least </a:t>
          </a:r>
          <a:r>
            <a:rPr lang="en-US" sz="1700" b="1" kern="1200"/>
            <a:t>90%</a:t>
          </a:r>
          <a:r>
            <a:rPr lang="en-US" sz="1700" kern="1200"/>
            <a:t> of the predefined analytical questions will be answered accurately (e.g., average trip duration, most frequent routes, pricing trends).</a:t>
          </a:r>
        </a:p>
        <a:p>
          <a:pPr marL="0" lvl="0" indent="0" algn="ctr" defTabSz="755650">
            <a:lnSpc>
              <a:spcPct val="100000"/>
            </a:lnSpc>
            <a:spcBef>
              <a:spcPct val="0"/>
            </a:spcBef>
            <a:spcAft>
              <a:spcPct val="35000"/>
            </a:spcAft>
            <a:buNone/>
          </a:pPr>
          <a:r>
            <a:rPr lang="en-US" sz="1700" kern="1200"/>
            <a:t>Meaningful insights will be extracted to support data-driven decision-making.</a:t>
          </a:r>
        </a:p>
        <a:p>
          <a:pPr marL="0" lvl="0" indent="0" algn="ctr" defTabSz="755650">
            <a:lnSpc>
              <a:spcPct val="100000"/>
            </a:lnSpc>
            <a:spcBef>
              <a:spcPct val="0"/>
            </a:spcBef>
            <a:spcAft>
              <a:spcPct val="35000"/>
            </a:spcAft>
            <a:buNone/>
          </a:pPr>
          <a:r>
            <a:rPr lang="en-US" sz="1700" kern="1200"/>
            <a:t>Correlations and trends will be clearly identified and documented.</a:t>
          </a:r>
        </a:p>
      </dsp:txBody>
      <dsp:txXfrm>
        <a:off x="6021902" y="2482982"/>
        <a:ext cx="4320000" cy="204903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933E41-D62F-4BDD-AFB3-DA1E39771E2F}">
      <dsp:nvSpPr>
        <dsp:cNvPr id="0" name=""/>
        <dsp:cNvSpPr/>
      </dsp:nvSpPr>
      <dsp:spPr>
        <a:xfrm>
          <a:off x="1569347" y="0"/>
          <a:ext cx="1510523" cy="13575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961AAA-B5C1-43DB-85BA-E5E7867F0AEE}">
      <dsp:nvSpPr>
        <dsp:cNvPr id="0" name=""/>
        <dsp:cNvSpPr/>
      </dsp:nvSpPr>
      <dsp:spPr>
        <a:xfrm>
          <a:off x="166718" y="1513039"/>
          <a:ext cx="4315781" cy="581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b="1" kern="1200"/>
            <a:t>Visualization &amp; Reporting</a:t>
          </a:r>
          <a:endParaRPr lang="en-US" sz="2200" kern="1200"/>
        </a:p>
      </dsp:txBody>
      <dsp:txXfrm>
        <a:off x="166718" y="1513039"/>
        <a:ext cx="4315781" cy="581818"/>
      </dsp:txXfrm>
    </dsp:sp>
    <dsp:sp modelId="{4965DAE8-76C8-4802-B22D-0B9FB2813047}">
      <dsp:nvSpPr>
        <dsp:cNvPr id="0" name=""/>
        <dsp:cNvSpPr/>
      </dsp:nvSpPr>
      <dsp:spPr>
        <a:xfrm>
          <a:off x="166718" y="2167165"/>
          <a:ext cx="4315781" cy="1855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The interactive dashboard will load in </a:t>
          </a:r>
          <a:r>
            <a:rPr lang="en-US" sz="1600" b="1" kern="1200"/>
            <a:t>under 3 seconds</a:t>
          </a:r>
          <a:r>
            <a:rPr lang="en-US" sz="1600" kern="1200"/>
            <a:t>.</a:t>
          </a:r>
        </a:p>
        <a:p>
          <a:pPr marL="0" lvl="0" indent="0" algn="ctr" defTabSz="711200">
            <a:lnSpc>
              <a:spcPct val="100000"/>
            </a:lnSpc>
            <a:spcBef>
              <a:spcPct val="0"/>
            </a:spcBef>
            <a:spcAft>
              <a:spcPct val="35000"/>
            </a:spcAft>
            <a:buNone/>
          </a:pPr>
          <a:r>
            <a:rPr lang="en-US" sz="1600" kern="1200"/>
            <a:t>At least </a:t>
          </a:r>
          <a:r>
            <a:rPr lang="en-US" sz="1600" b="1" kern="1200"/>
            <a:t>85% of users</a:t>
          </a:r>
          <a:r>
            <a:rPr lang="en-US" sz="1600" kern="1200"/>
            <a:t> will be able to navigate the dashboard independently without additional guidance.</a:t>
          </a:r>
        </a:p>
        <a:p>
          <a:pPr marL="0" lvl="0" indent="0" algn="ctr" defTabSz="711200">
            <a:lnSpc>
              <a:spcPct val="100000"/>
            </a:lnSpc>
            <a:spcBef>
              <a:spcPct val="0"/>
            </a:spcBef>
            <a:spcAft>
              <a:spcPct val="35000"/>
            </a:spcAft>
            <a:buNone/>
          </a:pPr>
          <a:r>
            <a:rPr lang="en-US" sz="1600" kern="1200"/>
            <a:t>All visualizations will clearly represent KPIs such as total trips, average ticket price, and trip frequency by time of day.</a:t>
          </a:r>
        </a:p>
      </dsp:txBody>
      <dsp:txXfrm>
        <a:off x="166718" y="2167165"/>
        <a:ext cx="4315781" cy="1855559"/>
      </dsp:txXfrm>
    </dsp:sp>
    <dsp:sp modelId="{3867564C-3C3C-47C2-8F9B-6876AE06953E}">
      <dsp:nvSpPr>
        <dsp:cNvPr id="0" name=""/>
        <dsp:cNvSpPr/>
      </dsp:nvSpPr>
      <dsp:spPr>
        <a:xfrm>
          <a:off x="6640390" y="0"/>
          <a:ext cx="1510523" cy="13575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F533E1-7E25-47EB-B110-BB5B35EF4607}">
      <dsp:nvSpPr>
        <dsp:cNvPr id="0" name=""/>
        <dsp:cNvSpPr/>
      </dsp:nvSpPr>
      <dsp:spPr>
        <a:xfrm>
          <a:off x="5237761" y="1513039"/>
          <a:ext cx="4315781" cy="581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b="1" kern="1200"/>
            <a:t>Final Documentation &amp; Presentation</a:t>
          </a:r>
          <a:endParaRPr lang="en-US" sz="2200" kern="1200"/>
        </a:p>
      </dsp:txBody>
      <dsp:txXfrm>
        <a:off x="5237761" y="1513039"/>
        <a:ext cx="4315781" cy="581818"/>
      </dsp:txXfrm>
    </dsp:sp>
    <dsp:sp modelId="{AF53C74B-2655-401B-BB8C-076CB4D299EF}">
      <dsp:nvSpPr>
        <dsp:cNvPr id="0" name=""/>
        <dsp:cNvSpPr/>
      </dsp:nvSpPr>
      <dsp:spPr>
        <a:xfrm>
          <a:off x="5237761" y="2167165"/>
          <a:ext cx="4315781" cy="1855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t>The final project report will be </a:t>
          </a:r>
          <a:r>
            <a:rPr lang="en-US" sz="1600" b="1" kern="1200"/>
            <a:t>100% complete</a:t>
          </a:r>
          <a:r>
            <a:rPr lang="en-US" sz="1600" kern="1200"/>
            <a:t>, including methodology, analysis, and findings.</a:t>
          </a:r>
        </a:p>
        <a:p>
          <a:pPr marL="0" lvl="0" indent="0" algn="ctr" defTabSz="711200">
            <a:lnSpc>
              <a:spcPct val="100000"/>
            </a:lnSpc>
            <a:spcBef>
              <a:spcPct val="0"/>
            </a:spcBef>
            <a:spcAft>
              <a:spcPct val="35000"/>
            </a:spcAft>
            <a:buNone/>
          </a:pPr>
          <a:r>
            <a:rPr lang="en-US" sz="1600" kern="1200"/>
            <a:t>A minimum of </a:t>
          </a:r>
          <a:r>
            <a:rPr lang="en-US" sz="1600" b="1" kern="1200"/>
            <a:t>3 actionable recommendations</a:t>
          </a:r>
          <a:r>
            <a:rPr lang="en-US" sz="1600" kern="1200"/>
            <a:t> will be presented to improve operational efficiency and passenger experience.</a:t>
          </a:r>
        </a:p>
        <a:p>
          <a:pPr marL="0" lvl="0" indent="0" algn="ctr" defTabSz="711200">
            <a:lnSpc>
              <a:spcPct val="100000"/>
            </a:lnSpc>
            <a:spcBef>
              <a:spcPct val="0"/>
            </a:spcBef>
            <a:spcAft>
              <a:spcPct val="35000"/>
            </a:spcAft>
            <a:buNone/>
          </a:pPr>
          <a:r>
            <a:rPr lang="en-US" sz="1600" kern="1200"/>
            <a:t>The presentation will effectively communicate the results with clarity and visual appeal.</a:t>
          </a:r>
        </a:p>
      </dsp:txBody>
      <dsp:txXfrm>
        <a:off x="5237761" y="2167165"/>
        <a:ext cx="4315781" cy="185555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2D7C35-11E6-463F-8B1F-4008B9680046}" type="datetimeFigureOut">
              <a:rPr lang="en-US" smtClean="0"/>
              <a:t>10/11/2025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13AA8-94C8-4887-AC73-AD95C59F9564}" type="slidenum">
              <a:rPr lang="en-US" smtClean="0"/>
              <a:t>‹#›</a:t>
            </a:fld>
            <a:endParaRPr lang="en-US"/>
          </a:p>
        </p:txBody>
      </p:sp>
    </p:spTree>
    <p:extLst>
      <p:ext uri="{BB962C8B-B14F-4D97-AF65-F5344CB8AC3E}">
        <p14:creationId xmlns:p14="http://schemas.microsoft.com/office/powerpoint/2010/main" val="678513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128FA71-3A18-48C0-980F-4B68F7F63042}" type="datetime1">
              <a:rPr lang="en-US" smtClean="0"/>
              <a:t>10/11/2025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4740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C1210E-201E-4473-82AC-2466F5386C38}" type="datetime1">
              <a:rPr lang="en-US" smtClean="0"/>
              <a:t>10/11/2025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5467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10/11/2025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7352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10/11/2025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73748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10/11/2025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84025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6B226B-77A6-410C-9796-083F278E0125}" type="datetime1">
              <a:rPr lang="en-US" smtClean="0"/>
              <a:t>10/11/2025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06407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t>10/11/2025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618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t>10/11/2025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8526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10/11/2025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086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10/11/2025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8600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10/11/2025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8744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7F45AC6-C491-4585-A584-9CE2AF7D5500}" type="datetime1">
              <a:rPr lang="en-US" smtClean="0"/>
              <a:t>10/11/2025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C057153-B650-4DEB-B370-79DDCFDCE934}"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3000416"/>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5" name="Straight Connector 34">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070784CE-9DD4-4C2D-88B9-D219730A4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F164590-46BE-4E1D-1769-AFBA770B44B6}"/>
              </a:ext>
            </a:extLst>
          </p:cNvPr>
          <p:cNvSpPr txBox="1"/>
          <p:nvPr/>
        </p:nvSpPr>
        <p:spPr>
          <a:xfrm>
            <a:off x="5258134" y="640080"/>
            <a:ext cx="6293689" cy="3652405"/>
          </a:xfrm>
          <a:prstGeom prst="rect">
            <a:avLst/>
          </a:prstGeom>
        </p:spPr>
        <p:txBody>
          <a:bodyPr vert="horz" lIns="91440" tIns="45720" rIns="91440" bIns="45720" rtlCol="0" anchor="b">
            <a:normAutofit/>
          </a:bodyPr>
          <a:lstStyle/>
          <a:p>
            <a:pPr defTabSz="914400">
              <a:lnSpc>
                <a:spcPct val="80000"/>
              </a:lnSpc>
              <a:spcBef>
                <a:spcPct val="0"/>
              </a:spcBef>
              <a:spcAft>
                <a:spcPts val="600"/>
              </a:spcAft>
            </a:pPr>
            <a:r>
              <a:rPr lang="en-US" sz="4400" b="1" kern="1200" cap="all" spc="200" baseline="0">
                <a:solidFill>
                  <a:schemeClr val="tx1">
                    <a:lumMod val="85000"/>
                    <a:lumOff val="15000"/>
                  </a:schemeClr>
                </a:solidFill>
                <a:latin typeface="+mj-lt"/>
                <a:ea typeface="+mj-ea"/>
                <a:cs typeface="+mj-cs"/>
              </a:rPr>
              <a:t>UK Train Rides</a:t>
            </a:r>
          </a:p>
          <a:p>
            <a:pPr defTabSz="914400">
              <a:lnSpc>
                <a:spcPct val="80000"/>
              </a:lnSpc>
              <a:spcBef>
                <a:spcPct val="0"/>
              </a:spcBef>
              <a:spcAft>
                <a:spcPts val="600"/>
              </a:spcAft>
            </a:pPr>
            <a:endParaRPr lang="en-US" sz="4400" b="1" kern="1200" cap="all" spc="200" baseline="0">
              <a:solidFill>
                <a:schemeClr val="tx1">
                  <a:lumMod val="85000"/>
                  <a:lumOff val="15000"/>
                </a:schemeClr>
              </a:solidFill>
              <a:latin typeface="+mj-lt"/>
              <a:ea typeface="+mj-ea"/>
              <a:cs typeface="+mj-cs"/>
            </a:endParaRPr>
          </a:p>
        </p:txBody>
      </p:sp>
      <p:sp>
        <p:nvSpPr>
          <p:cNvPr id="9" name="TextBox 8">
            <a:extLst>
              <a:ext uri="{FF2B5EF4-FFF2-40B4-BE49-F238E27FC236}">
                <a16:creationId xmlns:a16="http://schemas.microsoft.com/office/drawing/2014/main" id="{29713485-0733-84D4-2DB6-9BD2D74B0CD2}"/>
              </a:ext>
            </a:extLst>
          </p:cNvPr>
          <p:cNvSpPr txBox="1"/>
          <p:nvPr/>
        </p:nvSpPr>
        <p:spPr>
          <a:xfrm>
            <a:off x="5271524" y="4460708"/>
            <a:ext cx="6280299" cy="1753175"/>
          </a:xfrm>
          <a:prstGeom prst="rect">
            <a:avLst/>
          </a:prstGeom>
        </p:spPr>
        <p:txBody>
          <a:bodyPr vert="horz" lIns="91440" tIns="45720" rIns="91440" bIns="45720" rtlCol="0" anchor="t">
            <a:normAutofit/>
          </a:bodyPr>
          <a:lstStyle/>
          <a:p>
            <a:pPr defTabSz="914400">
              <a:spcAft>
                <a:spcPts val="200"/>
              </a:spcAft>
              <a:buClr>
                <a:schemeClr val="accent1"/>
              </a:buClr>
              <a:buSzPct val="100000"/>
            </a:pPr>
            <a:r>
              <a:rPr lang="en-US" sz="1600" b="1" cap="all" spc="200">
                <a:solidFill>
                  <a:schemeClr val="tx1">
                    <a:lumMod val="85000"/>
                    <a:lumOff val="15000"/>
                  </a:schemeClr>
                </a:solidFill>
              </a:rPr>
              <a:t>DEPI Project Team 4</a:t>
            </a:r>
          </a:p>
        </p:txBody>
      </p:sp>
      <p:pic>
        <p:nvPicPr>
          <p:cNvPr id="13" name="Graphic 12" descr="Train">
            <a:extLst>
              <a:ext uri="{FF2B5EF4-FFF2-40B4-BE49-F238E27FC236}">
                <a16:creationId xmlns:a16="http://schemas.microsoft.com/office/drawing/2014/main" id="{1770C5D6-F57A-F6FE-6A35-815FECFF16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999" y="1422615"/>
            <a:ext cx="3993942" cy="3993942"/>
          </a:xfrm>
          <a:prstGeom prst="rect">
            <a:avLst/>
          </a:prstGeom>
        </p:spPr>
      </p:pic>
      <p:cxnSp>
        <p:nvCxnSpPr>
          <p:cNvPr id="39" name="Straight Connector 38">
            <a:extLst>
              <a:ext uri="{FF2B5EF4-FFF2-40B4-BE49-F238E27FC236}">
                <a16:creationId xmlns:a16="http://schemas.microsoft.com/office/drawing/2014/main" id="{640A410A-1838-4131-95A6-2BE4F8D412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09640" y="4388141"/>
            <a:ext cx="58521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26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13"/>
                                        </p:tgtEl>
                                        <p:attrNameLst>
                                          <p:attrName>style.visibility</p:attrName>
                                        </p:attrNameLst>
                                      </p:cBhvr>
                                      <p:to>
                                        <p:strVal val="visible"/>
                                      </p:to>
                                    </p:set>
                                    <p:animEffect transition="in" filter="fade">
                                      <p:cBhvr>
                                        <p:cTn id="7" dur="7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37E87-0121-6415-8F4B-851E9E58D508}"/>
              </a:ext>
            </a:extLst>
          </p:cNvPr>
          <p:cNvSpPr>
            <a:spLocks noGrp="1"/>
          </p:cNvSpPr>
          <p:nvPr>
            <p:ph type="title"/>
          </p:nvPr>
        </p:nvSpPr>
        <p:spPr>
          <a:xfrm>
            <a:off x="913795" y="609600"/>
            <a:ext cx="5978072" cy="1329596"/>
          </a:xfrm>
        </p:spPr>
        <p:txBody>
          <a:bodyPr>
            <a:normAutofit/>
          </a:bodyPr>
          <a:lstStyle/>
          <a:p>
            <a:r>
              <a:rPr lang="en-US" dirty="0"/>
              <a:t>Project Description</a:t>
            </a:r>
          </a:p>
        </p:txBody>
      </p:sp>
      <p:sp>
        <p:nvSpPr>
          <p:cNvPr id="3" name="Content Placeholder 2">
            <a:extLst>
              <a:ext uri="{FF2B5EF4-FFF2-40B4-BE49-F238E27FC236}">
                <a16:creationId xmlns:a16="http://schemas.microsoft.com/office/drawing/2014/main" id="{2DB2E097-9F4A-456C-0108-1A202B6D8783}"/>
              </a:ext>
            </a:extLst>
          </p:cNvPr>
          <p:cNvSpPr>
            <a:spLocks noGrp="1"/>
          </p:cNvSpPr>
          <p:nvPr>
            <p:ph idx="1"/>
          </p:nvPr>
        </p:nvSpPr>
        <p:spPr>
          <a:xfrm>
            <a:off x="913795" y="2127623"/>
            <a:ext cx="5978072" cy="3567225"/>
          </a:xfrm>
        </p:spPr>
        <p:txBody>
          <a:bodyPr anchor="ctr">
            <a:normAutofit/>
          </a:bodyPr>
          <a:lstStyle/>
          <a:p>
            <a:pPr marL="0" indent="0">
              <a:buNone/>
            </a:pPr>
            <a:r>
              <a:rPr lang="en-US" sz="1900" b="1" dirty="0"/>
              <a:t>The project focuses on analyzing railway data to derive meaningful insights that can support decision-making and improve operational efficiency. Using the provided dataset, the team will clean, process, and visualize key information related to train operations, passenger flow, and scheduling performance. The goal is to identify patterns, detect inefficiencies, and provide data-driven recommendations that enhance service quality, safety, and resource utilization. The project will also develop an interactive dashboard that allows stakeholders to explore trends and monitor performance metrics in real time.</a:t>
            </a:r>
          </a:p>
        </p:txBody>
      </p:sp>
      <p:pic>
        <p:nvPicPr>
          <p:cNvPr id="7" name="Graphic 6" descr="Train">
            <a:extLst>
              <a:ext uri="{FF2B5EF4-FFF2-40B4-BE49-F238E27FC236}">
                <a16:creationId xmlns:a16="http://schemas.microsoft.com/office/drawing/2014/main" id="{85D331B4-2F6B-5D38-FA5F-4FB6CB0AE6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52945" y="1197355"/>
            <a:ext cx="3995592" cy="3995592"/>
          </a:xfrm>
          <a:prstGeom prst="rect">
            <a:avLst/>
          </a:prstGeom>
        </p:spPr>
      </p:pic>
    </p:spTree>
    <p:extLst>
      <p:ext uri="{BB962C8B-B14F-4D97-AF65-F5344CB8AC3E}">
        <p14:creationId xmlns:p14="http://schemas.microsoft.com/office/powerpoint/2010/main" val="687340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16664-9BAA-188B-B46E-262F4260CB2E}"/>
              </a:ext>
            </a:extLst>
          </p:cNvPr>
          <p:cNvSpPr>
            <a:spLocks noGrp="1"/>
          </p:cNvSpPr>
          <p:nvPr>
            <p:ph type="title"/>
          </p:nvPr>
        </p:nvSpPr>
        <p:spPr>
          <a:xfrm>
            <a:off x="871728" y="781159"/>
            <a:ext cx="9720072" cy="1145613"/>
          </a:xfrm>
        </p:spPr>
        <p:txBody>
          <a:bodyPr>
            <a:normAutofit/>
          </a:bodyPr>
          <a:lstStyle/>
          <a:p>
            <a:r>
              <a:rPr lang="en-US" dirty="0"/>
              <a:t>Group Members &amp; Roles</a:t>
            </a:r>
          </a:p>
        </p:txBody>
      </p:sp>
      <p:graphicFrame>
        <p:nvGraphicFramePr>
          <p:cNvPr id="7" name="Content Placeholder 4">
            <a:extLst>
              <a:ext uri="{FF2B5EF4-FFF2-40B4-BE49-F238E27FC236}">
                <a16:creationId xmlns:a16="http://schemas.microsoft.com/office/drawing/2014/main" id="{9065CB73-6668-3206-2EEF-9D17FD4E3CA5}"/>
              </a:ext>
            </a:extLst>
          </p:cNvPr>
          <p:cNvGraphicFramePr>
            <a:graphicFrameLocks noGrp="1"/>
          </p:cNvGraphicFramePr>
          <p:nvPr>
            <p:ph idx="1"/>
            <p:extLst>
              <p:ext uri="{D42A27DB-BD31-4B8C-83A1-F6EECF244321}">
                <p14:modId xmlns:p14="http://schemas.microsoft.com/office/powerpoint/2010/main" val="3490663855"/>
              </p:ext>
            </p:extLst>
          </p:nvPr>
        </p:nvGraphicFramePr>
        <p:xfrm>
          <a:off x="293915" y="1926772"/>
          <a:ext cx="11419113" cy="48397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7747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D959565A-ECFD-70A1-2749-FA8B0A2E2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F6819-D3DA-FACB-6CD0-3D6D6F78FB92}"/>
              </a:ext>
            </a:extLst>
          </p:cNvPr>
          <p:cNvSpPr>
            <a:spLocks noGrp="1"/>
          </p:cNvSpPr>
          <p:nvPr>
            <p:ph type="title"/>
          </p:nvPr>
        </p:nvSpPr>
        <p:spPr>
          <a:xfrm>
            <a:off x="871728" y="781159"/>
            <a:ext cx="9720072" cy="1145613"/>
          </a:xfrm>
        </p:spPr>
        <p:txBody>
          <a:bodyPr>
            <a:normAutofit/>
          </a:bodyPr>
          <a:lstStyle/>
          <a:p>
            <a:r>
              <a:rPr lang="en-US" dirty="0"/>
              <a:t>Group Members &amp; Roles</a:t>
            </a:r>
          </a:p>
        </p:txBody>
      </p:sp>
      <p:sp>
        <p:nvSpPr>
          <p:cNvPr id="5" name="Content Placeholder 4">
            <a:extLst>
              <a:ext uri="{FF2B5EF4-FFF2-40B4-BE49-F238E27FC236}">
                <a16:creationId xmlns:a16="http://schemas.microsoft.com/office/drawing/2014/main" id="{0B29D424-7A52-A140-B5D2-8B8CE72555C8}"/>
              </a:ext>
            </a:extLst>
          </p:cNvPr>
          <p:cNvSpPr>
            <a:spLocks noGrp="1"/>
          </p:cNvSpPr>
          <p:nvPr>
            <p:ph idx="1"/>
          </p:nvPr>
        </p:nvSpPr>
        <p:spPr>
          <a:xfrm>
            <a:off x="293915" y="1926772"/>
            <a:ext cx="11419113" cy="4839788"/>
          </a:xfrm>
        </p:spPr>
        <p:txBody>
          <a:bodyPr>
            <a:normAutofit fontScale="92500" lnSpcReduction="10000"/>
          </a:bodyPr>
          <a:lstStyle/>
          <a:p>
            <a:r>
              <a:rPr lang="en-US" sz="1800" dirty="0"/>
              <a:t>All team members will participate collectively in all stages of the project, including:</a:t>
            </a:r>
          </a:p>
          <a:p>
            <a:pPr marL="342900" indent="-342900">
              <a:buFont typeface="+mj-lt"/>
              <a:buAutoNum type="arabicPeriod"/>
            </a:pPr>
            <a:r>
              <a:rPr lang="en-US" sz="1800" dirty="0"/>
              <a:t>Data cleaning and preparation</a:t>
            </a:r>
            <a:endParaRPr lang="ar-EG" sz="1800" dirty="0"/>
          </a:p>
          <a:p>
            <a:pPr marL="342900" indent="-342900">
              <a:buFont typeface="+mj-lt"/>
              <a:buAutoNum type="arabicPeriod"/>
            </a:pPr>
            <a:r>
              <a:rPr lang="en-US" sz="1800" dirty="0"/>
              <a:t>Descriptive and advanced analysis</a:t>
            </a:r>
            <a:endParaRPr lang="ar-EG" sz="1800" dirty="0"/>
          </a:p>
          <a:p>
            <a:pPr marL="342900" indent="-342900">
              <a:buFont typeface="+mj-lt"/>
              <a:buAutoNum type="arabicPeriod"/>
            </a:pPr>
            <a:r>
              <a:rPr lang="en-US" sz="1800" dirty="0"/>
              <a:t>Data modeling</a:t>
            </a:r>
            <a:endParaRPr lang="ar-EG" sz="1800" dirty="0"/>
          </a:p>
          <a:p>
            <a:pPr marL="342900" indent="-342900">
              <a:buFont typeface="+mj-lt"/>
              <a:buAutoNum type="arabicPeriod"/>
            </a:pPr>
            <a:r>
              <a:rPr lang="en-US" sz="1800" dirty="0"/>
              <a:t>Development of interactive dashboards</a:t>
            </a:r>
            <a:endParaRPr lang="ar-EG" sz="1800" dirty="0"/>
          </a:p>
          <a:p>
            <a:pPr marL="342900" indent="-342900">
              <a:buFont typeface="+mj-lt"/>
              <a:buAutoNum type="arabicPeriod"/>
            </a:pPr>
            <a:r>
              <a:rPr lang="en-US" sz="1800" dirty="0"/>
              <a:t>Preparation of final documents and reports</a:t>
            </a:r>
          </a:p>
          <a:p>
            <a:r>
              <a:rPr lang="en-US" sz="1800" dirty="0"/>
              <a:t>Mirna Ayman will take responsibility for organizing and managing the project, including:</a:t>
            </a:r>
          </a:p>
          <a:p>
            <a:pPr marL="342900" indent="-342900">
              <a:buFont typeface="+mj-lt"/>
              <a:buAutoNum type="arabicPeriod"/>
            </a:pPr>
            <a:r>
              <a:rPr lang="en-US" sz="1800" dirty="0"/>
              <a:t>Coordinating work among team members</a:t>
            </a:r>
            <a:endParaRPr lang="ar-EG" sz="1800" dirty="0"/>
          </a:p>
          <a:p>
            <a:pPr marL="342900" indent="-342900">
              <a:buFont typeface="+mj-lt"/>
              <a:buAutoNum type="arabicPeriod"/>
            </a:pPr>
            <a:r>
              <a:rPr lang="en-US" sz="1800" dirty="0"/>
              <a:t>Monitoring progress on tasks</a:t>
            </a:r>
            <a:endParaRPr lang="ar-EG" sz="1800" dirty="0"/>
          </a:p>
          <a:p>
            <a:pPr marL="342900" indent="-342900">
              <a:buFont typeface="+mj-lt"/>
              <a:buAutoNum type="arabicPeriod"/>
            </a:pPr>
            <a:r>
              <a:rPr lang="en-US" sz="1800" dirty="0"/>
              <a:t>Communicating with the academic supervisor</a:t>
            </a:r>
            <a:endParaRPr lang="ar-EG" sz="1800" dirty="0"/>
          </a:p>
          <a:p>
            <a:pPr marL="342900" indent="-342900">
              <a:buFont typeface="+mj-lt"/>
              <a:buAutoNum type="arabicPeriod"/>
            </a:pPr>
            <a:r>
              <a:rPr lang="en-US" sz="1800" dirty="0"/>
              <a:t>Supervising the quality of final outputs</a:t>
            </a:r>
          </a:p>
          <a:p>
            <a:pPr marL="0" indent="0">
              <a:buNone/>
            </a:pPr>
            <a:r>
              <a:rPr lang="en-US" sz="1800" dirty="0"/>
              <a:t>She will continue to actively participate in the other stages of the project alongside the team.</a:t>
            </a:r>
          </a:p>
        </p:txBody>
      </p:sp>
    </p:spTree>
    <p:extLst>
      <p:ext uri="{BB962C8B-B14F-4D97-AF65-F5344CB8AC3E}">
        <p14:creationId xmlns:p14="http://schemas.microsoft.com/office/powerpoint/2010/main" val="3412003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048E8-3997-0D90-0A66-9D337FE1DB59}"/>
              </a:ext>
            </a:extLst>
          </p:cNvPr>
          <p:cNvSpPr>
            <a:spLocks noGrp="1"/>
          </p:cNvSpPr>
          <p:nvPr>
            <p:ph type="title"/>
          </p:nvPr>
        </p:nvSpPr>
        <p:spPr>
          <a:xfrm>
            <a:off x="913795" y="609600"/>
            <a:ext cx="10353762" cy="1164772"/>
          </a:xfrm>
        </p:spPr>
        <p:txBody>
          <a:bodyPr>
            <a:normAutofit/>
          </a:bodyPr>
          <a:lstStyle/>
          <a:p>
            <a:r>
              <a:rPr lang="en-US"/>
              <a:t>Team Leader: Mirna Ayman</a:t>
            </a:r>
          </a:p>
        </p:txBody>
      </p:sp>
      <p:sp>
        <p:nvSpPr>
          <p:cNvPr id="3" name="Content Placeholder 2">
            <a:extLst>
              <a:ext uri="{FF2B5EF4-FFF2-40B4-BE49-F238E27FC236}">
                <a16:creationId xmlns:a16="http://schemas.microsoft.com/office/drawing/2014/main" id="{EFF9D6A0-F1B1-8F6D-E7CF-3E19D7D9CEC5}"/>
              </a:ext>
            </a:extLst>
          </p:cNvPr>
          <p:cNvSpPr>
            <a:spLocks noGrp="1"/>
          </p:cNvSpPr>
          <p:nvPr>
            <p:ph idx="1"/>
          </p:nvPr>
        </p:nvSpPr>
        <p:spPr>
          <a:xfrm>
            <a:off x="1235528" y="2481943"/>
            <a:ext cx="9710296" cy="3309258"/>
          </a:xfrm>
        </p:spPr>
        <p:txBody>
          <a:bodyPr>
            <a:normAutofit/>
          </a:bodyPr>
          <a:lstStyle/>
          <a:p>
            <a:pPr marL="0" indent="0">
              <a:buNone/>
            </a:pPr>
            <a:r>
              <a:rPr lang="en-US"/>
              <a:t>Mirna Ayman was selected as the team leader due to her strong organizational and analytical skills, as well as her previous experience in data analysis and project coordination. She is responsible for supervising all stages of the project, ensuring that tasks are distributed fairly among team members, monitoring progress, and maintaining communication between the team and the course instructor. She also oversees the final quality check before project submission.</a:t>
            </a:r>
            <a:br>
              <a:rPr lang="en-US"/>
            </a:br>
            <a:r>
              <a:rPr lang="en-US"/>
              <a:t>All major decisions within the team are made collectively through discussion and agreement to ensure fairness and shared responsibility among members.</a:t>
            </a:r>
          </a:p>
        </p:txBody>
      </p:sp>
    </p:spTree>
    <p:extLst>
      <p:ext uri="{BB962C8B-B14F-4D97-AF65-F5344CB8AC3E}">
        <p14:creationId xmlns:p14="http://schemas.microsoft.com/office/powerpoint/2010/main" val="494461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97458-5AF1-EC7E-BCEE-F6106AA8FA00}"/>
              </a:ext>
            </a:extLst>
          </p:cNvPr>
          <p:cNvSpPr>
            <a:spLocks noGrp="1"/>
          </p:cNvSpPr>
          <p:nvPr>
            <p:ph type="title"/>
          </p:nvPr>
        </p:nvSpPr>
        <p:spPr>
          <a:xfrm>
            <a:off x="902909" y="816428"/>
            <a:ext cx="5978072" cy="970450"/>
          </a:xfrm>
        </p:spPr>
        <p:txBody>
          <a:bodyPr>
            <a:normAutofit/>
          </a:bodyPr>
          <a:lstStyle/>
          <a:p>
            <a:r>
              <a:rPr lang="en-US" b="1" dirty="0">
                <a:effectLst/>
              </a:rPr>
              <a:t>Project Objectives:</a:t>
            </a:r>
            <a:endParaRPr lang="en-US" dirty="0"/>
          </a:p>
        </p:txBody>
      </p:sp>
      <p:sp>
        <p:nvSpPr>
          <p:cNvPr id="3" name="Content Placeholder 2">
            <a:extLst>
              <a:ext uri="{FF2B5EF4-FFF2-40B4-BE49-F238E27FC236}">
                <a16:creationId xmlns:a16="http://schemas.microsoft.com/office/drawing/2014/main" id="{06A2372D-5731-2473-A435-56C3E29EEEF8}"/>
              </a:ext>
            </a:extLst>
          </p:cNvPr>
          <p:cNvSpPr>
            <a:spLocks noGrp="1"/>
          </p:cNvSpPr>
          <p:nvPr>
            <p:ph idx="1"/>
          </p:nvPr>
        </p:nvSpPr>
        <p:spPr>
          <a:xfrm>
            <a:off x="304800" y="2100944"/>
            <a:ext cx="6695924" cy="4147456"/>
          </a:xfrm>
        </p:spPr>
        <p:txBody>
          <a:bodyPr anchor="ctr">
            <a:normAutofit/>
          </a:bodyPr>
          <a:lstStyle/>
          <a:p>
            <a:pPr marL="36900" indent="0" algn="just">
              <a:buClr>
                <a:srgbClr val="B27B21"/>
              </a:buClr>
              <a:buNone/>
            </a:pPr>
            <a:r>
              <a:rPr lang="en-US" sz="2400" dirty="0">
                <a:effectLst/>
              </a:rPr>
              <a:t>This project aims to analyze railway trip data to understand how train operations, routes, and passenger behaviors can be optimized for better performance and service quality.</a:t>
            </a:r>
            <a:br>
              <a:rPr lang="en-US" sz="2400" dirty="0">
                <a:effectLst/>
              </a:rPr>
            </a:br>
            <a:r>
              <a:rPr lang="en-US" sz="2400" dirty="0">
                <a:effectLst/>
              </a:rPr>
              <a:t>The dataset includes variables such as trip ID, train number, departure and arrival stations, travel time, ticket price, and passenger count.</a:t>
            </a:r>
            <a:br>
              <a:rPr lang="en-US" sz="2400" dirty="0">
                <a:effectLst/>
              </a:rPr>
            </a:br>
            <a:r>
              <a:rPr lang="en-US" sz="2400" dirty="0">
                <a:effectLst/>
              </a:rPr>
              <a:t>Through data analysis and visualization, the project seeks to generate meaningful insights that support data-driven decision-making in the railway sector.</a:t>
            </a:r>
          </a:p>
          <a:p>
            <a:pPr algn="just">
              <a:buClr>
                <a:srgbClr val="B27B21"/>
              </a:buClr>
            </a:pPr>
            <a:endParaRPr lang="en-US" sz="2400" dirty="0"/>
          </a:p>
        </p:txBody>
      </p:sp>
      <p:pic>
        <p:nvPicPr>
          <p:cNvPr id="5" name="Picture 4" descr="View of motion blurred underground railway">
            <a:extLst>
              <a:ext uri="{FF2B5EF4-FFF2-40B4-BE49-F238E27FC236}">
                <a16:creationId xmlns:a16="http://schemas.microsoft.com/office/drawing/2014/main" id="{75B34FF6-923C-7BE1-7EF6-51EB06DBE44D}"/>
              </a:ext>
            </a:extLst>
          </p:cNvPr>
          <p:cNvPicPr>
            <a:picLocks noChangeAspect="1"/>
          </p:cNvPicPr>
          <p:nvPr/>
        </p:nvPicPr>
        <p:blipFill>
          <a:blip r:embed="rId3"/>
          <a:srcRect l="44083" r="11420" b="-1"/>
          <a:stretch>
            <a:fillRect/>
          </a:stretch>
        </p:blipFill>
        <p:spPr>
          <a:xfrm>
            <a:off x="7620351" y="10"/>
            <a:ext cx="4571649" cy="6857990"/>
          </a:xfrm>
          <a:prstGeom prst="rect">
            <a:avLst/>
          </a:prstGeom>
        </p:spPr>
      </p:pic>
    </p:spTree>
    <p:extLst>
      <p:ext uri="{BB962C8B-B14F-4D97-AF65-F5344CB8AC3E}">
        <p14:creationId xmlns:p14="http://schemas.microsoft.com/office/powerpoint/2010/main" val="3138288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10C5D396-9006-97CE-461D-D28F456B1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BE6B7-91B1-4072-B431-5008553C7A08}"/>
              </a:ext>
            </a:extLst>
          </p:cNvPr>
          <p:cNvSpPr>
            <a:spLocks noGrp="1"/>
          </p:cNvSpPr>
          <p:nvPr>
            <p:ph type="title"/>
          </p:nvPr>
        </p:nvSpPr>
        <p:spPr>
          <a:xfrm>
            <a:off x="902909" y="816428"/>
            <a:ext cx="9340548" cy="970450"/>
          </a:xfrm>
        </p:spPr>
        <p:txBody>
          <a:bodyPr>
            <a:normAutofit fontScale="90000"/>
          </a:bodyPr>
          <a:lstStyle/>
          <a:p>
            <a:r>
              <a:rPr lang="en-US" b="1" dirty="0"/>
              <a:t>The main objectives are as follows:</a:t>
            </a:r>
            <a:endParaRPr lang="en-US" dirty="0"/>
          </a:p>
        </p:txBody>
      </p:sp>
      <p:graphicFrame>
        <p:nvGraphicFramePr>
          <p:cNvPr id="6" name="Content Placeholder 2">
            <a:extLst>
              <a:ext uri="{FF2B5EF4-FFF2-40B4-BE49-F238E27FC236}">
                <a16:creationId xmlns:a16="http://schemas.microsoft.com/office/drawing/2014/main" id="{C53EFA2C-5FEF-7500-078D-D5F4BABB8837}"/>
              </a:ext>
            </a:extLst>
          </p:cNvPr>
          <p:cNvGraphicFramePr>
            <a:graphicFrameLocks noGrp="1"/>
          </p:cNvGraphicFramePr>
          <p:nvPr>
            <p:ph idx="1"/>
            <p:extLst>
              <p:ext uri="{D42A27DB-BD31-4B8C-83A1-F6EECF244321}">
                <p14:modId xmlns:p14="http://schemas.microsoft.com/office/powerpoint/2010/main" val="4146415439"/>
              </p:ext>
            </p:extLst>
          </p:nvPr>
        </p:nvGraphicFramePr>
        <p:xfrm>
          <a:off x="304799" y="2100944"/>
          <a:ext cx="11375571" cy="41474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81487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F358BCF9-4FC7-17EB-FD7B-52B4539AF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7E4C7-CD7B-E8CF-5924-DAA45B70D49A}"/>
              </a:ext>
            </a:extLst>
          </p:cNvPr>
          <p:cNvSpPr>
            <a:spLocks noGrp="1"/>
          </p:cNvSpPr>
          <p:nvPr>
            <p:ph type="title"/>
          </p:nvPr>
        </p:nvSpPr>
        <p:spPr>
          <a:xfrm>
            <a:off x="902909" y="816428"/>
            <a:ext cx="9340548" cy="970450"/>
          </a:xfrm>
        </p:spPr>
        <p:txBody>
          <a:bodyPr>
            <a:normAutofit fontScale="90000"/>
          </a:bodyPr>
          <a:lstStyle/>
          <a:p>
            <a:r>
              <a:rPr lang="en-US" b="1" dirty="0"/>
              <a:t>The main objectives are as follows:</a:t>
            </a:r>
            <a:endParaRPr lang="en-US" dirty="0"/>
          </a:p>
        </p:txBody>
      </p:sp>
      <p:graphicFrame>
        <p:nvGraphicFramePr>
          <p:cNvPr id="7" name="Content Placeholder 3">
            <a:extLst>
              <a:ext uri="{FF2B5EF4-FFF2-40B4-BE49-F238E27FC236}">
                <a16:creationId xmlns:a16="http://schemas.microsoft.com/office/drawing/2014/main" id="{AFB96153-5AD5-C223-B077-50A5DB5BD43D}"/>
              </a:ext>
            </a:extLst>
          </p:cNvPr>
          <p:cNvGraphicFramePr>
            <a:graphicFrameLocks noGrp="1"/>
          </p:cNvGraphicFramePr>
          <p:nvPr>
            <p:ph idx="1"/>
            <p:extLst>
              <p:ext uri="{D42A27DB-BD31-4B8C-83A1-F6EECF244321}">
                <p14:modId xmlns:p14="http://schemas.microsoft.com/office/powerpoint/2010/main" val="2171878921"/>
              </p:ext>
            </p:extLst>
          </p:nvPr>
        </p:nvGraphicFramePr>
        <p:xfrm>
          <a:off x="305671" y="2362200"/>
          <a:ext cx="11069901"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7401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4B5A9-5188-D397-E960-9ECF91B57833}"/>
              </a:ext>
            </a:extLst>
          </p:cNvPr>
          <p:cNvSpPr>
            <a:spLocks noGrp="1"/>
          </p:cNvSpPr>
          <p:nvPr>
            <p:ph type="title"/>
          </p:nvPr>
        </p:nvSpPr>
        <p:spPr>
          <a:xfrm>
            <a:off x="913795" y="827314"/>
            <a:ext cx="5978072" cy="970450"/>
          </a:xfrm>
        </p:spPr>
        <p:txBody>
          <a:bodyPr>
            <a:normAutofit/>
          </a:bodyPr>
          <a:lstStyle/>
          <a:p>
            <a:pPr>
              <a:lnSpc>
                <a:spcPct val="90000"/>
              </a:lnSpc>
            </a:pPr>
            <a:r>
              <a:rPr lang="en-US" sz="3100" b="1" dirty="0">
                <a:effectLst/>
              </a:rPr>
              <a:t>Tools and Technologies to Be Used:</a:t>
            </a:r>
            <a:endParaRPr lang="en-US" sz="3100" dirty="0"/>
          </a:p>
        </p:txBody>
      </p:sp>
      <p:sp>
        <p:nvSpPr>
          <p:cNvPr id="3" name="Content Placeholder 2">
            <a:extLst>
              <a:ext uri="{FF2B5EF4-FFF2-40B4-BE49-F238E27FC236}">
                <a16:creationId xmlns:a16="http://schemas.microsoft.com/office/drawing/2014/main" id="{1D931EA4-8D17-6850-985A-BBAD68EDBC48}"/>
              </a:ext>
            </a:extLst>
          </p:cNvPr>
          <p:cNvSpPr>
            <a:spLocks noGrp="1"/>
          </p:cNvSpPr>
          <p:nvPr>
            <p:ph idx="1"/>
          </p:nvPr>
        </p:nvSpPr>
        <p:spPr>
          <a:xfrm>
            <a:off x="348948" y="1676401"/>
            <a:ext cx="6847719" cy="4702628"/>
          </a:xfrm>
        </p:spPr>
        <p:txBody>
          <a:bodyPr anchor="ctr">
            <a:normAutofit fontScale="92500"/>
          </a:bodyPr>
          <a:lstStyle/>
          <a:p>
            <a:pPr marL="36900" indent="0">
              <a:lnSpc>
                <a:spcPct val="90000"/>
              </a:lnSpc>
              <a:buClr>
                <a:srgbClr val="158BA0"/>
              </a:buClr>
              <a:buNone/>
            </a:pPr>
            <a:r>
              <a:rPr lang="en-US" dirty="0">
                <a:effectLst/>
              </a:rPr>
              <a:t>To achieve the project objectives effectively, a set of data analysis and visualization tools will be used throughout the different stages of the project. Each tool will serve a specific purpose to ensure data accuracy, analytical depth, and professional presentation of results.</a:t>
            </a:r>
          </a:p>
          <a:p>
            <a:pPr lvl="0">
              <a:lnSpc>
                <a:spcPct val="90000"/>
              </a:lnSpc>
              <a:buClr>
                <a:srgbClr val="158BA0"/>
              </a:buClr>
            </a:pPr>
            <a:r>
              <a:rPr lang="en-US" b="1" dirty="0">
                <a:effectLst/>
              </a:rPr>
              <a:t>Microsoft Excel:</a:t>
            </a:r>
            <a:br>
              <a:rPr lang="en-US" dirty="0">
                <a:effectLst/>
              </a:rPr>
            </a:br>
            <a:r>
              <a:rPr lang="en-US" dirty="0">
                <a:effectLst/>
              </a:rPr>
              <a:t>Excel will be used during the initial phase for data exploration, cleaning, and organization. It will also assist in performing basic descriptive statistics and preparing summary tables.</a:t>
            </a:r>
          </a:p>
          <a:p>
            <a:pPr lvl="0">
              <a:lnSpc>
                <a:spcPct val="90000"/>
              </a:lnSpc>
              <a:buClr>
                <a:srgbClr val="158BA0"/>
              </a:buClr>
            </a:pPr>
            <a:r>
              <a:rPr lang="en-US" b="1" dirty="0">
                <a:effectLst/>
              </a:rPr>
              <a:t>Python (Pandas, NumPy, Matplotlib, Seaborn):</a:t>
            </a:r>
            <a:br>
              <a:rPr lang="en-US" dirty="0">
                <a:effectLst/>
              </a:rPr>
            </a:br>
            <a:r>
              <a:rPr lang="en-US" dirty="0">
                <a:effectLst/>
              </a:rPr>
              <a:t>Python will be utilized for advanced data processing and analysis. The libraries Pandas and NumPy will be used for handling and transforming data, while Matplotlib and Seaborn will help in creating analytical visualizations during the exploratory analysis phase.</a:t>
            </a:r>
          </a:p>
        </p:txBody>
      </p:sp>
      <p:pic>
        <p:nvPicPr>
          <p:cNvPr id="5" name="Picture 4" descr="Financial graphs on a dark display">
            <a:extLst>
              <a:ext uri="{FF2B5EF4-FFF2-40B4-BE49-F238E27FC236}">
                <a16:creationId xmlns:a16="http://schemas.microsoft.com/office/drawing/2014/main" id="{952801A3-78D2-58C3-C37B-772F4CCDDF34}"/>
              </a:ext>
            </a:extLst>
          </p:cNvPr>
          <p:cNvPicPr>
            <a:picLocks noChangeAspect="1"/>
          </p:cNvPicPr>
          <p:nvPr/>
        </p:nvPicPr>
        <p:blipFill>
          <a:blip r:embed="rId3"/>
          <a:srcRect l="26264" r="32073"/>
          <a:stretch>
            <a:fillRect/>
          </a:stretch>
        </p:blipFill>
        <p:spPr>
          <a:xfrm>
            <a:off x="7620351" y="10"/>
            <a:ext cx="4571649" cy="6857990"/>
          </a:xfrm>
          <a:prstGeom prst="rect">
            <a:avLst/>
          </a:prstGeom>
        </p:spPr>
      </p:pic>
    </p:spTree>
    <p:extLst>
      <p:ext uri="{BB962C8B-B14F-4D97-AF65-F5344CB8AC3E}">
        <p14:creationId xmlns:p14="http://schemas.microsoft.com/office/powerpoint/2010/main" val="215658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igital financial graph">
            <a:extLst>
              <a:ext uri="{FF2B5EF4-FFF2-40B4-BE49-F238E27FC236}">
                <a16:creationId xmlns:a16="http://schemas.microsoft.com/office/drawing/2014/main" id="{03165336-FC26-3ACF-B543-10E9349F28F8}"/>
              </a:ext>
            </a:extLst>
          </p:cNvPr>
          <p:cNvPicPr>
            <a:picLocks noChangeAspect="1"/>
          </p:cNvPicPr>
          <p:nvPr/>
        </p:nvPicPr>
        <p:blipFill>
          <a:blip r:embed="rId2">
            <a:alphaModFix amt="25000"/>
          </a:blip>
          <a:srcRect/>
          <a:stretch>
            <a:fillRect/>
          </a:stretch>
        </p:blipFill>
        <p:spPr>
          <a:xfrm>
            <a:off x="20" y="10"/>
            <a:ext cx="12191980" cy="6857990"/>
          </a:xfrm>
          <a:prstGeom prst="rect">
            <a:avLst/>
          </a:prstGeom>
        </p:spPr>
      </p:pic>
      <p:sp>
        <p:nvSpPr>
          <p:cNvPr id="3" name="Content Placeholder 2">
            <a:extLst>
              <a:ext uri="{FF2B5EF4-FFF2-40B4-BE49-F238E27FC236}">
                <a16:creationId xmlns:a16="http://schemas.microsoft.com/office/drawing/2014/main" id="{341814E5-7A1E-D8DC-B9F4-1B456D223B37}"/>
              </a:ext>
            </a:extLst>
          </p:cNvPr>
          <p:cNvSpPr>
            <a:spLocks noGrp="1"/>
          </p:cNvSpPr>
          <p:nvPr>
            <p:ph idx="1"/>
          </p:nvPr>
        </p:nvSpPr>
        <p:spPr>
          <a:xfrm>
            <a:off x="919118" y="631371"/>
            <a:ext cx="11162391" cy="5595257"/>
          </a:xfrm>
        </p:spPr>
        <p:txBody>
          <a:bodyPr anchor="ctr">
            <a:normAutofit/>
          </a:bodyPr>
          <a:lstStyle/>
          <a:p>
            <a:r>
              <a:rPr lang="en-US" sz="2400" b="1" dirty="0"/>
              <a:t>Power BI</a:t>
            </a:r>
            <a:r>
              <a:rPr lang="ar-EG" sz="2400" b="1" dirty="0"/>
              <a:t>:</a:t>
            </a:r>
          </a:p>
          <a:p>
            <a:r>
              <a:rPr lang="en-US" sz="2400" dirty="0"/>
              <a:t>will be used to design interactive dashboards and visualizations that display key findings, such as passenger flow patterns, route performance, and ticket fare trends, in a clear and visually appealing way.</a:t>
            </a:r>
          </a:p>
          <a:p>
            <a:pPr lvl="0">
              <a:lnSpc>
                <a:spcPct val="90000"/>
              </a:lnSpc>
            </a:pPr>
            <a:r>
              <a:rPr lang="en-US" sz="2400" b="1" dirty="0">
                <a:effectLst/>
              </a:rPr>
              <a:t>Microsoft PowerPoint / Word:</a:t>
            </a:r>
            <a:br>
              <a:rPr lang="en-US" sz="2400" dirty="0">
                <a:effectLst/>
              </a:rPr>
            </a:br>
            <a:r>
              <a:rPr lang="en-US" sz="2400" dirty="0">
                <a:effectLst/>
              </a:rPr>
              <a:t>These tools will be used for preparing the final report and presentation, summarizing the analytical results, visual outputs, and project recommendations.</a:t>
            </a:r>
          </a:p>
          <a:p>
            <a:pPr marL="36900" indent="0">
              <a:lnSpc>
                <a:spcPct val="90000"/>
              </a:lnSpc>
              <a:buNone/>
            </a:pPr>
            <a:r>
              <a:rPr lang="en-US" sz="2400" b="1" dirty="0">
                <a:effectLst/>
              </a:rPr>
              <a:t>Justification for Tool Selection:</a:t>
            </a:r>
            <a:br>
              <a:rPr lang="en-US" sz="2400" dirty="0">
                <a:effectLst/>
              </a:rPr>
            </a:br>
            <a:r>
              <a:rPr lang="en-US" sz="2400" dirty="0">
                <a:effectLst/>
              </a:rPr>
              <a:t>The selected tools were chosen for their effectiveness, accessibility, and compatibility in handling and analyzing structured data. Excel provides an intuitive interface for initial data cleaning; Python enables powerful analytical capabilities and automation; Tableau ensures professional and interactive visualizations; and Microsoft Office tools support organized and well-presented documentation.</a:t>
            </a:r>
            <a:br>
              <a:rPr lang="en-US" sz="2400" dirty="0">
                <a:effectLst/>
              </a:rPr>
            </a:br>
            <a:r>
              <a:rPr lang="en-US" sz="2400" dirty="0">
                <a:effectLst/>
              </a:rPr>
              <a:t>Together, these technologies will ensure that the analysis is both technically rigorous and visually impactful.</a:t>
            </a:r>
          </a:p>
        </p:txBody>
      </p:sp>
    </p:spTree>
    <p:extLst>
      <p:ext uri="{BB962C8B-B14F-4D97-AF65-F5344CB8AC3E}">
        <p14:creationId xmlns:p14="http://schemas.microsoft.com/office/powerpoint/2010/main" val="1370583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13CE7-DCCA-EA0C-8343-980336602C1E}"/>
              </a:ext>
            </a:extLst>
          </p:cNvPr>
          <p:cNvSpPr>
            <a:spLocks noGrp="1"/>
          </p:cNvSpPr>
          <p:nvPr>
            <p:ph type="title"/>
          </p:nvPr>
        </p:nvSpPr>
        <p:spPr/>
        <p:txBody>
          <a:bodyPr>
            <a:normAutofit/>
          </a:bodyPr>
          <a:lstStyle/>
          <a:p>
            <a:r>
              <a:rPr lang="en-US" b="1" dirty="0">
                <a:effectLst/>
              </a:rPr>
              <a:t>Milestones</a:t>
            </a:r>
            <a:endParaRPr lang="en-US" dirty="0"/>
          </a:p>
        </p:txBody>
      </p:sp>
      <p:graphicFrame>
        <p:nvGraphicFramePr>
          <p:cNvPr id="5" name="Content Placeholder 2">
            <a:extLst>
              <a:ext uri="{FF2B5EF4-FFF2-40B4-BE49-F238E27FC236}">
                <a16:creationId xmlns:a16="http://schemas.microsoft.com/office/drawing/2014/main" id="{07D2283D-AE75-4B27-C410-B7556B877029}"/>
              </a:ext>
            </a:extLst>
          </p:cNvPr>
          <p:cNvGraphicFramePr>
            <a:graphicFrameLocks noGrp="1"/>
          </p:cNvGraphicFramePr>
          <p:nvPr>
            <p:ph idx="1"/>
            <p:extLst>
              <p:ext uri="{D42A27DB-BD31-4B8C-83A1-F6EECF244321}">
                <p14:modId xmlns:p14="http://schemas.microsoft.com/office/powerpoint/2010/main" val="577684520"/>
              </p:ext>
            </p:extLst>
          </p:nvPr>
        </p:nvGraphicFramePr>
        <p:xfrm>
          <a:off x="914400" y="1892830"/>
          <a:ext cx="10353675" cy="38983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82367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9942-5088-A642-03D7-2BBD5F373A4E}"/>
              </a:ext>
            </a:extLst>
          </p:cNvPr>
          <p:cNvSpPr>
            <a:spLocks noGrp="1"/>
          </p:cNvSpPr>
          <p:nvPr>
            <p:ph type="title"/>
          </p:nvPr>
        </p:nvSpPr>
        <p:spPr/>
        <p:txBody>
          <a:bodyPr>
            <a:normAutofit/>
          </a:bodyPr>
          <a:lstStyle/>
          <a:p>
            <a:r>
              <a:rPr lang="en-US" b="1" dirty="0">
                <a:effectLst/>
              </a:rPr>
              <a:t>Milestones</a:t>
            </a:r>
            <a:endParaRPr lang="en-US" dirty="0"/>
          </a:p>
        </p:txBody>
      </p:sp>
      <p:graphicFrame>
        <p:nvGraphicFramePr>
          <p:cNvPr id="5" name="Content Placeholder 2">
            <a:extLst>
              <a:ext uri="{FF2B5EF4-FFF2-40B4-BE49-F238E27FC236}">
                <a16:creationId xmlns:a16="http://schemas.microsoft.com/office/drawing/2014/main" id="{94956D63-AB7A-39F4-0D71-85335F322753}"/>
              </a:ext>
            </a:extLst>
          </p:cNvPr>
          <p:cNvGraphicFramePr>
            <a:graphicFrameLocks noGrp="1"/>
          </p:cNvGraphicFramePr>
          <p:nvPr>
            <p:ph idx="1"/>
            <p:extLst>
              <p:ext uri="{D42A27DB-BD31-4B8C-83A1-F6EECF244321}">
                <p14:modId xmlns:p14="http://schemas.microsoft.com/office/powerpoint/2010/main" val="3437127306"/>
              </p:ext>
            </p:extLst>
          </p:nvPr>
        </p:nvGraphicFramePr>
        <p:xfrm>
          <a:off x="914400" y="1892830"/>
          <a:ext cx="10353675" cy="38983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1058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62431-3E34-6373-43D5-D07583BF0F58}"/>
              </a:ext>
            </a:extLst>
          </p:cNvPr>
          <p:cNvSpPr>
            <a:spLocks noGrp="1"/>
          </p:cNvSpPr>
          <p:nvPr>
            <p:ph type="title"/>
          </p:nvPr>
        </p:nvSpPr>
        <p:spPr/>
        <p:txBody>
          <a:bodyPr>
            <a:normAutofit/>
          </a:bodyPr>
          <a:lstStyle/>
          <a:p>
            <a:r>
              <a:rPr lang="en-US" b="1" dirty="0">
                <a:effectLst/>
              </a:rPr>
              <a:t>Milestones</a:t>
            </a:r>
            <a:endParaRPr lang="en-US" dirty="0"/>
          </a:p>
        </p:txBody>
      </p:sp>
      <p:graphicFrame>
        <p:nvGraphicFramePr>
          <p:cNvPr id="5" name="Content Placeholder 2">
            <a:extLst>
              <a:ext uri="{FF2B5EF4-FFF2-40B4-BE49-F238E27FC236}">
                <a16:creationId xmlns:a16="http://schemas.microsoft.com/office/drawing/2014/main" id="{9D1FE6F2-F815-ED63-D01B-2C1F334CE440}"/>
              </a:ext>
            </a:extLst>
          </p:cNvPr>
          <p:cNvGraphicFramePr>
            <a:graphicFrameLocks noGrp="1"/>
          </p:cNvGraphicFramePr>
          <p:nvPr>
            <p:ph idx="1"/>
            <p:extLst>
              <p:ext uri="{D42A27DB-BD31-4B8C-83A1-F6EECF244321}">
                <p14:modId xmlns:p14="http://schemas.microsoft.com/office/powerpoint/2010/main" val="2496171996"/>
              </p:ext>
            </p:extLst>
          </p:nvPr>
        </p:nvGraphicFramePr>
        <p:xfrm>
          <a:off x="914400" y="1892830"/>
          <a:ext cx="10353675" cy="38983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32838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340C4EC1-2F00-ED78-7D09-320635F6E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3FA18-883D-FEAC-7446-33D20050DC6A}"/>
              </a:ext>
            </a:extLst>
          </p:cNvPr>
          <p:cNvSpPr>
            <a:spLocks noGrp="1"/>
          </p:cNvSpPr>
          <p:nvPr>
            <p:ph type="title"/>
          </p:nvPr>
        </p:nvSpPr>
        <p:spPr/>
        <p:txBody>
          <a:bodyPr>
            <a:normAutofit/>
          </a:bodyPr>
          <a:lstStyle/>
          <a:p>
            <a:r>
              <a:rPr lang="en-US" b="1" dirty="0">
                <a:effectLst/>
              </a:rPr>
              <a:t>Milestones</a:t>
            </a:r>
            <a:endParaRPr lang="en-US" dirty="0"/>
          </a:p>
        </p:txBody>
      </p:sp>
      <p:graphicFrame>
        <p:nvGraphicFramePr>
          <p:cNvPr id="5" name="Content Placeholder 2">
            <a:extLst>
              <a:ext uri="{FF2B5EF4-FFF2-40B4-BE49-F238E27FC236}">
                <a16:creationId xmlns:a16="http://schemas.microsoft.com/office/drawing/2014/main" id="{CF863CCB-8E06-A29A-C9FC-34239F59E9E1}"/>
              </a:ext>
            </a:extLst>
          </p:cNvPr>
          <p:cNvGraphicFramePr>
            <a:graphicFrameLocks noGrp="1"/>
          </p:cNvGraphicFramePr>
          <p:nvPr>
            <p:ph idx="1"/>
            <p:extLst>
              <p:ext uri="{D42A27DB-BD31-4B8C-83A1-F6EECF244321}">
                <p14:modId xmlns:p14="http://schemas.microsoft.com/office/powerpoint/2010/main" val="3898390600"/>
              </p:ext>
            </p:extLst>
          </p:nvPr>
        </p:nvGraphicFramePr>
        <p:xfrm>
          <a:off x="914400" y="1892830"/>
          <a:ext cx="10353675" cy="38983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0215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810564AA-F3E9-2D48-5EF0-6C46C213B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37A2F-34B0-EDBF-B7FC-8DD3D70D401E}"/>
              </a:ext>
            </a:extLst>
          </p:cNvPr>
          <p:cNvSpPr>
            <a:spLocks noGrp="1"/>
          </p:cNvSpPr>
          <p:nvPr>
            <p:ph type="title"/>
          </p:nvPr>
        </p:nvSpPr>
        <p:spPr/>
        <p:txBody>
          <a:bodyPr>
            <a:normAutofit/>
          </a:bodyPr>
          <a:lstStyle/>
          <a:p>
            <a:r>
              <a:rPr lang="en-US" b="1" dirty="0"/>
              <a:t>KPIs (Key Performance Indicators)</a:t>
            </a:r>
            <a:endParaRPr lang="en-US" dirty="0"/>
          </a:p>
        </p:txBody>
      </p:sp>
      <p:graphicFrame>
        <p:nvGraphicFramePr>
          <p:cNvPr id="6" name="Content Placeholder 2">
            <a:extLst>
              <a:ext uri="{FF2B5EF4-FFF2-40B4-BE49-F238E27FC236}">
                <a16:creationId xmlns:a16="http://schemas.microsoft.com/office/drawing/2014/main" id="{A9F74417-E0B8-DE85-1A00-9F204C3A554D}"/>
              </a:ext>
            </a:extLst>
          </p:cNvPr>
          <p:cNvGraphicFramePr>
            <a:graphicFrameLocks noGrp="1"/>
          </p:cNvGraphicFramePr>
          <p:nvPr>
            <p:ph idx="1"/>
            <p:extLst>
              <p:ext uri="{D42A27DB-BD31-4B8C-83A1-F6EECF244321}">
                <p14:modId xmlns:p14="http://schemas.microsoft.com/office/powerpoint/2010/main" val="1242060761"/>
              </p:ext>
            </p:extLst>
          </p:nvPr>
        </p:nvGraphicFramePr>
        <p:xfrm>
          <a:off x="365011" y="2084832"/>
          <a:ext cx="11287805"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2232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BFEEF74C-57EB-6D06-D1C3-7C6BC8C8B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77F84-A90F-5D2A-03F5-7760E2AE8909}"/>
              </a:ext>
            </a:extLst>
          </p:cNvPr>
          <p:cNvSpPr>
            <a:spLocks noGrp="1"/>
          </p:cNvSpPr>
          <p:nvPr>
            <p:ph type="title"/>
          </p:nvPr>
        </p:nvSpPr>
        <p:spPr/>
        <p:txBody>
          <a:bodyPr>
            <a:normAutofit/>
          </a:bodyPr>
          <a:lstStyle/>
          <a:p>
            <a:r>
              <a:rPr lang="en-US" b="1" dirty="0"/>
              <a:t>KPIs (Key Performance Indicators)</a:t>
            </a:r>
            <a:endParaRPr lang="en-US" dirty="0"/>
          </a:p>
        </p:txBody>
      </p:sp>
      <p:graphicFrame>
        <p:nvGraphicFramePr>
          <p:cNvPr id="5" name="Content Placeholder 2">
            <a:extLst>
              <a:ext uri="{FF2B5EF4-FFF2-40B4-BE49-F238E27FC236}">
                <a16:creationId xmlns:a16="http://schemas.microsoft.com/office/drawing/2014/main" id="{4A7EFC72-C321-0650-97DA-1B1755AB41DF}"/>
              </a:ext>
            </a:extLst>
          </p:cNvPr>
          <p:cNvGraphicFramePr>
            <a:graphicFrameLocks noGrp="1"/>
          </p:cNvGraphicFramePr>
          <p:nvPr>
            <p:ph idx="1"/>
            <p:extLst>
              <p:ext uri="{D42A27DB-BD31-4B8C-83A1-F6EECF244321}">
                <p14:modId xmlns:p14="http://schemas.microsoft.com/office/powerpoint/2010/main" val="1333033561"/>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5102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2"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3" name="Straight Connector 32">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34" name="Rectangle 33">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erial view of a highway near the ocean">
            <a:extLst>
              <a:ext uri="{FF2B5EF4-FFF2-40B4-BE49-F238E27FC236}">
                <a16:creationId xmlns:a16="http://schemas.microsoft.com/office/drawing/2014/main" id="{E3782A13-D3AF-3465-A7BA-21D17682BAB5}"/>
              </a:ext>
            </a:extLst>
          </p:cNvPr>
          <p:cNvPicPr>
            <a:picLocks noChangeAspect="1"/>
          </p:cNvPicPr>
          <p:nvPr/>
        </p:nvPicPr>
        <p:blipFill>
          <a:blip r:embed="rId2">
            <a:duotone>
              <a:prstClr val="black"/>
              <a:schemeClr val="tx2">
                <a:tint val="45000"/>
                <a:satMod val="400000"/>
              </a:schemeClr>
            </a:duotone>
            <a:alphaModFix amt="35000"/>
          </a:blip>
          <a:srcRect t="5848" r="-1" b="19132"/>
          <a:stretch>
            <a:fillRect/>
          </a:stretch>
        </p:blipFill>
        <p:spPr>
          <a:xfrm>
            <a:off x="20" y="-1"/>
            <a:ext cx="12188932" cy="6858000"/>
          </a:xfrm>
          <a:prstGeom prst="rect">
            <a:avLst/>
          </a:prstGeom>
        </p:spPr>
      </p:pic>
      <p:sp>
        <p:nvSpPr>
          <p:cNvPr id="2" name="Title 1">
            <a:extLst>
              <a:ext uri="{FF2B5EF4-FFF2-40B4-BE49-F238E27FC236}">
                <a16:creationId xmlns:a16="http://schemas.microsoft.com/office/drawing/2014/main" id="{F89AB826-78E2-DF71-D9C2-CFAF19C9960E}"/>
              </a:ext>
            </a:extLst>
          </p:cNvPr>
          <p:cNvSpPr>
            <a:spLocks noGrp="1"/>
          </p:cNvSpPr>
          <p:nvPr>
            <p:ph type="title"/>
          </p:nvPr>
        </p:nvSpPr>
        <p:spPr>
          <a:xfrm>
            <a:off x="643467" y="643467"/>
            <a:ext cx="7164674" cy="5571066"/>
          </a:xfrm>
        </p:spPr>
        <p:txBody>
          <a:bodyPr vert="horz" lIns="91440" tIns="45720" rIns="91440" bIns="45720" rtlCol="0" anchor="ctr">
            <a:normAutofit/>
          </a:bodyPr>
          <a:lstStyle/>
          <a:p>
            <a:pPr algn="r"/>
            <a:r>
              <a:rPr lang="en-US" sz="6600" kern="1200" cap="all" spc="200" baseline="0" dirty="0">
                <a:solidFill>
                  <a:schemeClr val="tx1"/>
                </a:solidFill>
                <a:latin typeface="+mj-lt"/>
                <a:ea typeface="+mj-ea"/>
                <a:cs typeface="+mj-cs"/>
              </a:rPr>
              <a:t>Thank You </a:t>
            </a:r>
          </a:p>
        </p:txBody>
      </p:sp>
      <p:cxnSp>
        <p:nvCxnSpPr>
          <p:cNvPr id="35" name="Straight Connector 34">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681160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1129</TotalTime>
  <Words>1496</Words>
  <Application>Microsoft Office PowerPoint</Application>
  <PresentationFormat>Widescreen</PresentationFormat>
  <Paragraphs>73</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Tw Cen MT</vt:lpstr>
      <vt:lpstr>Tw Cen MT Condensed</vt:lpstr>
      <vt:lpstr>Wingdings 3</vt:lpstr>
      <vt:lpstr>Integral</vt:lpstr>
      <vt:lpstr>PowerPoint Presentation</vt:lpstr>
      <vt:lpstr>Project Description</vt:lpstr>
      <vt:lpstr>Group Members &amp; Roles</vt:lpstr>
      <vt:lpstr>Group Members &amp; Roles</vt:lpstr>
      <vt:lpstr>Team Leader: Mirna Ayman</vt:lpstr>
      <vt:lpstr>Project Objectives:</vt:lpstr>
      <vt:lpstr>The main objectives are as follows:</vt:lpstr>
      <vt:lpstr>The main objectives are as follows:</vt:lpstr>
      <vt:lpstr>Tools and Technologies to Be Used:</vt:lpstr>
      <vt:lpstr>PowerPoint Presentation</vt:lpstr>
      <vt:lpstr>Milestones</vt:lpstr>
      <vt:lpstr>Milestones</vt:lpstr>
      <vt:lpstr>Milestones</vt:lpstr>
      <vt:lpstr>Milestones</vt:lpstr>
      <vt:lpstr>KPIs (Key Performance Indicators)</vt:lpstr>
      <vt:lpstr>KPIs (Key Performance Indicators)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Mirna Ayman</dc:creator>
  <cp:lastModifiedBy>Mirna Ayman</cp:lastModifiedBy>
  <cp:revision>48</cp:revision>
  <dcterms:created xsi:type="dcterms:W3CDTF">2025-10-10T12:42:16Z</dcterms:created>
  <dcterms:modified xsi:type="dcterms:W3CDTF">2025-10-11T20:55:52Z</dcterms:modified>
</cp:coreProperties>
</file>